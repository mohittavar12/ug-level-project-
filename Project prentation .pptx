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8" r:id="rId3"/>
    <p:sldId id="283" r:id="rId4"/>
    <p:sldId id="271" r:id="rId5"/>
    <p:sldId id="284" r:id="rId6"/>
    <p:sldId id="257" r:id="rId7"/>
    <p:sldId id="260" r:id="rId8"/>
    <p:sldId id="259" r:id="rId9"/>
    <p:sldId id="261" r:id="rId10"/>
    <p:sldId id="262" r:id="rId11"/>
    <p:sldId id="281" r:id="rId12"/>
    <p:sldId id="282" r:id="rId13"/>
    <p:sldId id="265" r:id="rId14"/>
    <p:sldId id="280" r:id="rId15"/>
    <p:sldId id="279" r:id="rId16"/>
    <p:sldId id="266" r:id="rId17"/>
    <p:sldId id="274" r:id="rId18"/>
    <p:sldId id="275" r:id="rId19"/>
    <p:sldId id="276" r:id="rId20"/>
    <p:sldId id="277" r:id="rId21"/>
    <p:sldId id="272" r:id="rId22"/>
    <p:sldId id="268" r:id="rId23"/>
    <p:sldId id="269" r:id="rId24"/>
    <p:sldId id="270" r:id="rId25"/>
  </p:sldIdLst>
  <p:sldSz cx="18288000" cy="10287000"/>
  <p:notesSz cx="18288000" cy="10287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49" d="100"/>
          <a:sy n="49" d="100"/>
        </p:scale>
        <p:origin x="1042" y="17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1"/>
          <c:order val="1"/>
          <c:tx>
            <c:strRef>
              <c:f>Sheet1!$C$1</c:f>
              <c:strCache>
                <c:ptCount val="1"/>
                <c:pt idx="0">
                  <c:v>students </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F9F1-4C8D-A1D1-C54329ABFE75}"/>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F9F1-4C8D-A1D1-C54329ABFE75}"/>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Sheet1!$A$2:$A$3</c:f>
              <c:strCache>
                <c:ptCount val="2"/>
                <c:pt idx="0">
                  <c:v>yes</c:v>
                </c:pt>
                <c:pt idx="1">
                  <c:v>no</c:v>
                </c:pt>
              </c:strCache>
            </c:strRef>
          </c:cat>
          <c:val>
            <c:numRef>
              <c:f>Sheet1!$C$2:$C$3</c:f>
              <c:numCache>
                <c:formatCode>General</c:formatCode>
                <c:ptCount val="2"/>
                <c:pt idx="0">
                  <c:v>65</c:v>
                </c:pt>
                <c:pt idx="1">
                  <c:v>6</c:v>
                </c:pt>
              </c:numCache>
            </c:numRef>
          </c:val>
          <c:extLst>
            <c:ext xmlns:c16="http://schemas.microsoft.com/office/drawing/2014/chart" uri="{C3380CC4-5D6E-409C-BE32-E72D297353CC}">
              <c16:uniqueId val="{00000004-F9F1-4C8D-A1D1-C54329ABFE75}"/>
            </c:ext>
          </c:extLst>
        </c:ser>
        <c:dLbls>
          <c:dLblPos val="ctr"/>
          <c:showLegendKey val="0"/>
          <c:showVal val="0"/>
          <c:showCatName val="0"/>
          <c:showSerName val="0"/>
          <c:showPercent val="1"/>
          <c:showBubbleSize val="0"/>
          <c:showLeaderLines val="1"/>
        </c:dLbls>
        <c:firstSliceAng val="0"/>
        <c:extLst>
          <c:ext xmlns:c15="http://schemas.microsoft.com/office/drawing/2012/chart" uri="{02D57815-91ED-43cb-92C2-25804820EDAC}">
            <c15:filteredPieSeries>
              <c15:ser>
                <c:idx val="0"/>
                <c:order val="0"/>
                <c:tx>
                  <c:strRef>
                    <c:extLst>
                      <c:ext uri="{02D57815-91ED-43cb-92C2-25804820EDAC}">
                        <c15:formulaRef>
                          <c15:sqref>Sheet1!$B$1</c15:sqref>
                        </c15:formulaRef>
                      </c:ext>
                    </c:extLst>
                    <c:strCache>
                      <c:ptCount val="1"/>
                      <c:pt idx="0">
                        <c:v>%</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6-F9F1-4C8D-A1D1-C54329ABFE75}"/>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8-F9F1-4C8D-A1D1-C54329ABFE75}"/>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uri="{CE6537A1-D6FC-4f65-9D91-7224C49458BB}"/>
                  </c:extLst>
                </c:dLbls>
                <c:cat>
                  <c:strRef>
                    <c:extLst>
                      <c:ext uri="{02D57815-91ED-43cb-92C2-25804820EDAC}">
                        <c15:formulaRef>
                          <c15:sqref>Sheet1!$A$2:$A$3</c15:sqref>
                        </c15:formulaRef>
                      </c:ext>
                    </c:extLst>
                    <c:strCache>
                      <c:ptCount val="2"/>
                      <c:pt idx="0">
                        <c:v>yes</c:v>
                      </c:pt>
                      <c:pt idx="1">
                        <c:v>no</c:v>
                      </c:pt>
                    </c:strCache>
                  </c:strRef>
                </c:cat>
                <c:val>
                  <c:numRef>
                    <c:extLst>
                      <c:ext uri="{02D57815-91ED-43cb-92C2-25804820EDAC}">
                        <c15:formulaRef>
                          <c15:sqref>Sheet1!$B$2:$B$3</c15:sqref>
                        </c15:formulaRef>
                      </c:ext>
                    </c:extLst>
                    <c:numCache>
                      <c:formatCode>General</c:formatCode>
                      <c:ptCount val="2"/>
                      <c:pt idx="0">
                        <c:v>91.6</c:v>
                      </c:pt>
                      <c:pt idx="1">
                        <c:v>8.4</c:v>
                      </c:pt>
                    </c:numCache>
                  </c:numRef>
                </c:val>
                <c:extLst>
                  <c:ext xmlns:c16="http://schemas.microsoft.com/office/drawing/2014/chart" uri="{C3380CC4-5D6E-409C-BE32-E72D297353CC}">
                    <c16:uniqueId val="{00000009-F9F1-4C8D-A1D1-C54329ABFE75}"/>
                  </c:ext>
                </c:extLst>
              </c15:ser>
            </c15:filteredPieSeries>
          </c:ext>
        </c:extLst>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c:v>
                </c:pt>
              </c:strCache>
            </c:strRef>
          </c:tx>
          <c:spPr>
            <a:solidFill>
              <a:schemeClr val="accent1"/>
            </a:solidFill>
            <a:ln>
              <a:noFill/>
            </a:ln>
            <a:effectLst/>
          </c:spPr>
          <c:invertIfNegative val="0"/>
          <c:cat>
            <c:strRef>
              <c:f>Sheet1!$A$2:$A$5</c:f>
              <c:strCache>
                <c:ptCount val="4"/>
                <c:pt idx="0">
                  <c:v>TRUE</c:v>
                </c:pt>
                <c:pt idx="1">
                  <c:v>FALSE</c:v>
                </c:pt>
                <c:pt idx="2">
                  <c:v>srongly agree</c:v>
                </c:pt>
                <c:pt idx="3">
                  <c:v>1</c:v>
                </c:pt>
              </c:strCache>
            </c:strRef>
          </c:cat>
          <c:val>
            <c:numRef>
              <c:f>Sheet1!$B$2:$B$5</c:f>
              <c:numCache>
                <c:formatCode>General</c:formatCode>
                <c:ptCount val="4"/>
                <c:pt idx="0">
                  <c:v>54.9</c:v>
                </c:pt>
                <c:pt idx="1">
                  <c:v>7</c:v>
                </c:pt>
                <c:pt idx="2">
                  <c:v>36.6</c:v>
                </c:pt>
                <c:pt idx="3">
                  <c:v>1</c:v>
                </c:pt>
              </c:numCache>
            </c:numRef>
          </c:val>
          <c:extLst>
            <c:ext xmlns:c16="http://schemas.microsoft.com/office/drawing/2014/chart" uri="{C3380CC4-5D6E-409C-BE32-E72D297353CC}">
              <c16:uniqueId val="{00000000-A985-4A05-9A31-751991ED5C62}"/>
            </c:ext>
          </c:extLst>
        </c:ser>
        <c:ser>
          <c:idx val="1"/>
          <c:order val="1"/>
          <c:tx>
            <c:strRef>
              <c:f>Sheet1!$C$1</c:f>
              <c:strCache>
                <c:ptCount val="1"/>
                <c:pt idx="0">
                  <c:v>students</c:v>
                </c:pt>
              </c:strCache>
            </c:strRef>
          </c:tx>
          <c:spPr>
            <a:solidFill>
              <a:schemeClr val="accent2"/>
            </a:solidFill>
            <a:ln>
              <a:noFill/>
            </a:ln>
            <a:effectLst/>
          </c:spPr>
          <c:invertIfNegative val="0"/>
          <c:cat>
            <c:strRef>
              <c:f>Sheet1!$A$2:$A$5</c:f>
              <c:strCache>
                <c:ptCount val="4"/>
                <c:pt idx="0">
                  <c:v>TRUE</c:v>
                </c:pt>
                <c:pt idx="1">
                  <c:v>FALSE</c:v>
                </c:pt>
                <c:pt idx="2">
                  <c:v>srongly agree</c:v>
                </c:pt>
                <c:pt idx="3">
                  <c:v>1</c:v>
                </c:pt>
              </c:strCache>
            </c:strRef>
          </c:cat>
          <c:val>
            <c:numRef>
              <c:f>Sheet1!$C$2:$C$5</c:f>
              <c:numCache>
                <c:formatCode>General</c:formatCode>
                <c:ptCount val="4"/>
                <c:pt idx="0">
                  <c:v>39</c:v>
                </c:pt>
                <c:pt idx="1">
                  <c:v>5</c:v>
                </c:pt>
                <c:pt idx="2">
                  <c:v>26</c:v>
                </c:pt>
                <c:pt idx="3">
                  <c:v>1</c:v>
                </c:pt>
              </c:numCache>
            </c:numRef>
          </c:val>
          <c:extLst>
            <c:ext xmlns:c16="http://schemas.microsoft.com/office/drawing/2014/chart" uri="{C3380CC4-5D6E-409C-BE32-E72D297353CC}">
              <c16:uniqueId val="{00000001-A985-4A05-9A31-751991ED5C62}"/>
            </c:ext>
          </c:extLst>
        </c:ser>
        <c:dLbls>
          <c:showLegendKey val="0"/>
          <c:showVal val="0"/>
          <c:showCatName val="0"/>
          <c:showSerName val="0"/>
          <c:showPercent val="0"/>
          <c:showBubbleSize val="0"/>
        </c:dLbls>
        <c:gapWidth val="219"/>
        <c:overlap val="-27"/>
        <c:axId val="2131010735"/>
        <c:axId val="751808079"/>
      </c:barChart>
      <c:catAx>
        <c:axId val="21310107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1808079"/>
        <c:crosses val="autoZero"/>
        <c:auto val="1"/>
        <c:lblAlgn val="ctr"/>
        <c:lblOffset val="100"/>
        <c:noMultiLvlLbl val="0"/>
      </c:catAx>
      <c:valAx>
        <c:axId val="7518080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310107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barChart>
        <c:barDir val="col"/>
        <c:grouping val="clustered"/>
        <c:varyColors val="0"/>
        <c:ser>
          <c:idx val="0"/>
          <c:order val="0"/>
          <c:tx>
            <c:strRef>
              <c:f>Sheet1!$B$1</c:f>
              <c:strCache>
                <c:ptCount val="1"/>
                <c:pt idx="0">
                  <c:v>%</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Sheet1!$A$2:$A$6</c:f>
              <c:strCache>
                <c:ptCount val="5"/>
                <c:pt idx="0">
                  <c:v>TRUE</c:v>
                </c:pt>
                <c:pt idx="1">
                  <c:v>FALSE</c:v>
                </c:pt>
                <c:pt idx="2">
                  <c:v>disagree</c:v>
                </c:pt>
                <c:pt idx="3">
                  <c:v>agree</c:v>
                </c:pt>
                <c:pt idx="4">
                  <c:v>other</c:v>
                </c:pt>
              </c:strCache>
            </c:strRef>
          </c:cat>
          <c:val>
            <c:numRef>
              <c:f>Sheet1!$B$2:$B$6</c:f>
              <c:numCache>
                <c:formatCode>General</c:formatCode>
                <c:ptCount val="5"/>
                <c:pt idx="0">
                  <c:v>81.5</c:v>
                </c:pt>
                <c:pt idx="1">
                  <c:v>7.4</c:v>
                </c:pt>
                <c:pt idx="2">
                  <c:v>0</c:v>
                </c:pt>
                <c:pt idx="3">
                  <c:v>3.8</c:v>
                </c:pt>
                <c:pt idx="4">
                  <c:v>7.4</c:v>
                </c:pt>
              </c:numCache>
            </c:numRef>
          </c:val>
          <c:extLst>
            <c:ext xmlns:c16="http://schemas.microsoft.com/office/drawing/2014/chart" uri="{C3380CC4-5D6E-409C-BE32-E72D297353CC}">
              <c16:uniqueId val="{00000000-BB41-4807-9BCA-EE9626D15E86}"/>
            </c:ext>
          </c:extLst>
        </c:ser>
        <c:ser>
          <c:idx val="1"/>
          <c:order val="1"/>
          <c:tx>
            <c:strRef>
              <c:f>Sheet1!$C$1</c:f>
              <c:strCache>
                <c:ptCount val="1"/>
                <c:pt idx="0">
                  <c:v>bussinessman </c:v>
                </c:pt>
              </c:strCache>
            </c:strRef>
          </c:tx>
          <c:spPr>
            <a:gradFill>
              <a:gsLst>
                <a:gs pos="0">
                  <a:schemeClr val="accent2"/>
                </a:gs>
                <a:gs pos="100000">
                  <a:schemeClr val="accent2">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Sheet1!$A$2:$A$6</c:f>
              <c:strCache>
                <c:ptCount val="5"/>
                <c:pt idx="0">
                  <c:v>TRUE</c:v>
                </c:pt>
                <c:pt idx="1">
                  <c:v>FALSE</c:v>
                </c:pt>
                <c:pt idx="2">
                  <c:v>disagree</c:v>
                </c:pt>
                <c:pt idx="3">
                  <c:v>agree</c:v>
                </c:pt>
                <c:pt idx="4">
                  <c:v>other</c:v>
                </c:pt>
              </c:strCache>
            </c:strRef>
          </c:cat>
          <c:val>
            <c:numRef>
              <c:f>Sheet1!$C$2:$C$6</c:f>
              <c:numCache>
                <c:formatCode>General</c:formatCode>
                <c:ptCount val="5"/>
                <c:pt idx="0">
                  <c:v>22</c:v>
                </c:pt>
                <c:pt idx="1">
                  <c:v>2</c:v>
                </c:pt>
                <c:pt idx="2">
                  <c:v>0</c:v>
                </c:pt>
                <c:pt idx="3">
                  <c:v>1</c:v>
                </c:pt>
                <c:pt idx="4">
                  <c:v>2</c:v>
                </c:pt>
              </c:numCache>
            </c:numRef>
          </c:val>
          <c:extLst>
            <c:ext xmlns:c16="http://schemas.microsoft.com/office/drawing/2014/chart" uri="{C3380CC4-5D6E-409C-BE32-E72D297353CC}">
              <c16:uniqueId val="{00000001-BB41-4807-9BCA-EE9626D15E86}"/>
            </c:ext>
          </c:extLst>
        </c:ser>
        <c:dLbls>
          <c:dLblPos val="inEnd"/>
          <c:showLegendKey val="0"/>
          <c:showVal val="1"/>
          <c:showCatName val="0"/>
          <c:showSerName val="0"/>
          <c:showPercent val="0"/>
          <c:showBubbleSize val="0"/>
        </c:dLbls>
        <c:gapWidth val="41"/>
        <c:axId val="895025744"/>
        <c:axId val="933016352"/>
      </c:barChart>
      <c:catAx>
        <c:axId val="89502574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effectLst/>
                <a:latin typeface="+mn-lt"/>
                <a:ea typeface="+mn-ea"/>
                <a:cs typeface="+mn-cs"/>
              </a:defRPr>
            </a:pPr>
            <a:endParaRPr lang="en-US"/>
          </a:p>
        </c:txPr>
        <c:crossAx val="933016352"/>
        <c:crosses val="autoZero"/>
        <c:auto val="1"/>
        <c:lblAlgn val="ctr"/>
        <c:lblOffset val="100"/>
        <c:noMultiLvlLbl val="0"/>
      </c:catAx>
      <c:valAx>
        <c:axId val="933016352"/>
        <c:scaling>
          <c:orientation val="minMax"/>
        </c:scaling>
        <c:delete val="1"/>
        <c:axPos val="l"/>
        <c:numFmt formatCode="General" sourceLinked="1"/>
        <c:majorTickMark val="none"/>
        <c:minorTickMark val="none"/>
        <c:tickLblPos val="nextTo"/>
        <c:crossAx val="89502574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1343899320277269"/>
          <c:y val="0.19457911511061118"/>
          <c:w val="0.41906222659667541"/>
          <c:h val="0.7183923884514436"/>
        </c:manualLayout>
      </c:layout>
      <c:doughnutChart>
        <c:varyColors val="1"/>
        <c:ser>
          <c:idx val="1"/>
          <c:order val="1"/>
          <c:tx>
            <c:strRef>
              <c:f>Sheet1!$C$1</c:f>
              <c:strCache>
                <c:ptCount val="1"/>
                <c:pt idx="0">
                  <c:v>student</c:v>
                </c:pt>
              </c:strCache>
            </c:strRef>
          </c:tx>
          <c:dPt>
            <c:idx val="0"/>
            <c:bubble3D val="0"/>
            <c:explosion val="1"/>
            <c:spPr>
              <a:solidFill>
                <a:schemeClr val="accent1"/>
              </a:solidFill>
              <a:ln w="19050">
                <a:solidFill>
                  <a:schemeClr val="lt1"/>
                </a:solidFill>
              </a:ln>
              <a:effectLst/>
            </c:spPr>
            <c:extLst>
              <c:ext xmlns:c16="http://schemas.microsoft.com/office/drawing/2014/chart" uri="{C3380CC4-5D6E-409C-BE32-E72D297353CC}">
                <c16:uniqueId val="{00000001-FC03-41BA-A88D-76456B61173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C03-41BA-A88D-76456B61173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FC03-41BA-A88D-76456B611732}"/>
              </c:ext>
            </c:extLst>
          </c:dPt>
          <c:cat>
            <c:strRef>
              <c:f>Sheet1!$A$2:$A$4</c:f>
              <c:strCache>
                <c:ptCount val="3"/>
                <c:pt idx="0">
                  <c:v>learning </c:v>
                </c:pt>
                <c:pt idx="1">
                  <c:v>entertainment</c:v>
                </c:pt>
                <c:pt idx="2">
                  <c:v>gaming</c:v>
                </c:pt>
              </c:strCache>
            </c:strRef>
          </c:cat>
          <c:val>
            <c:numRef>
              <c:f>Sheet1!$C$2:$C$4</c:f>
              <c:numCache>
                <c:formatCode>General</c:formatCode>
                <c:ptCount val="3"/>
                <c:pt idx="0">
                  <c:v>47</c:v>
                </c:pt>
                <c:pt idx="1">
                  <c:v>17</c:v>
                </c:pt>
                <c:pt idx="2">
                  <c:v>7</c:v>
                </c:pt>
              </c:numCache>
            </c:numRef>
          </c:val>
          <c:extLst>
            <c:ext xmlns:c16="http://schemas.microsoft.com/office/drawing/2014/chart" uri="{C3380CC4-5D6E-409C-BE32-E72D297353CC}">
              <c16:uniqueId val="{00000006-FC03-41BA-A88D-76456B611732}"/>
            </c:ext>
          </c:extLst>
        </c:ser>
        <c:dLbls>
          <c:showLegendKey val="0"/>
          <c:showVal val="0"/>
          <c:showCatName val="0"/>
          <c:showSerName val="0"/>
          <c:showPercent val="0"/>
          <c:showBubbleSize val="0"/>
          <c:showLeaderLines val="1"/>
        </c:dLbls>
        <c:firstSliceAng val="160"/>
        <c:holeSize val="55"/>
        <c:extLst>
          <c:ext xmlns:c15="http://schemas.microsoft.com/office/drawing/2012/chart" uri="{02D57815-91ED-43cb-92C2-25804820EDAC}">
            <c15:filteredPieSeries>
              <c15:ser>
                <c:idx val="0"/>
                <c:order val="0"/>
                <c:tx>
                  <c:strRef>
                    <c:extLst>
                      <c:ext uri="{02D57815-91ED-43cb-92C2-25804820EDAC}">
                        <c15:formulaRef>
                          <c15:sqref>Sheet1!$B$1</c15:sqref>
                        </c15:formulaRef>
                      </c:ext>
                    </c:extLst>
                    <c:strCache>
                      <c:ptCount val="1"/>
                      <c:pt idx="0">
                        <c:v>%</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8-FC03-41BA-A88D-76456B61173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A-FC03-41BA-A88D-76456B61173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C-FC03-41BA-A88D-76456B611732}"/>
                    </c:ext>
                  </c:extLst>
                </c:dPt>
                <c:cat>
                  <c:strRef>
                    <c:extLst>
                      <c:ext uri="{02D57815-91ED-43cb-92C2-25804820EDAC}">
                        <c15:formulaRef>
                          <c15:sqref>Sheet1!$A$2:$A$4</c15:sqref>
                        </c15:formulaRef>
                      </c:ext>
                    </c:extLst>
                    <c:strCache>
                      <c:ptCount val="3"/>
                      <c:pt idx="0">
                        <c:v>learning </c:v>
                      </c:pt>
                      <c:pt idx="1">
                        <c:v>entertainment</c:v>
                      </c:pt>
                      <c:pt idx="2">
                        <c:v>gaming</c:v>
                      </c:pt>
                    </c:strCache>
                  </c:strRef>
                </c:cat>
                <c:val>
                  <c:numRef>
                    <c:extLst>
                      <c:ext uri="{02D57815-91ED-43cb-92C2-25804820EDAC}">
                        <c15:formulaRef>
                          <c15:sqref>Sheet1!$B$2:$B$4</c15:sqref>
                        </c15:formulaRef>
                      </c:ext>
                    </c:extLst>
                    <c:numCache>
                      <c:formatCode>General</c:formatCode>
                      <c:ptCount val="3"/>
                      <c:pt idx="0">
                        <c:v>66.2</c:v>
                      </c:pt>
                      <c:pt idx="1">
                        <c:v>23.9</c:v>
                      </c:pt>
                      <c:pt idx="2">
                        <c:v>9.9</c:v>
                      </c:pt>
                    </c:numCache>
                  </c:numRef>
                </c:val>
                <c:extLst>
                  <c:ext xmlns:c16="http://schemas.microsoft.com/office/drawing/2014/chart" uri="{C3380CC4-5D6E-409C-BE32-E72D297353CC}">
                    <c16:uniqueId val="{0000000D-FC03-41BA-A88D-76456B611732}"/>
                  </c:ext>
                </c:extLst>
              </c15:ser>
            </c15:filteredPieSeries>
          </c:ext>
        </c:extLst>
      </c:doughnutChart>
      <c:spPr>
        <a:noFill/>
        <a:ln>
          <a:noFill/>
        </a:ln>
        <a:effectLst/>
      </c:spPr>
    </c:plotArea>
    <c:legend>
      <c:legendPos val="b"/>
      <c:layout>
        <c:manualLayout>
          <c:xMode val="edge"/>
          <c:yMode val="edge"/>
          <c:x val="0"/>
          <c:y val="0.78664704243184835"/>
          <c:w val="1"/>
          <c:h val="0.20099747261536705"/>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278BBC60-6771-47E0-8E34-A1832361EFE3}" type="datetimeFigureOut">
              <a:rPr lang="en-IN" smtClean="0"/>
              <a:t>19-04-2023</a:t>
            </a:fld>
            <a:endParaRPr lang="en-IN"/>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2F1514AC-017F-4122-A4B5-8B03ABE58BB2}" type="slidenum">
              <a:rPr lang="en-IN" smtClean="0"/>
              <a:t>‹#›</a:t>
            </a:fld>
            <a:endParaRPr lang="en-IN"/>
          </a:p>
        </p:txBody>
      </p:sp>
    </p:spTree>
    <p:extLst>
      <p:ext uri="{BB962C8B-B14F-4D97-AF65-F5344CB8AC3E}">
        <p14:creationId xmlns:p14="http://schemas.microsoft.com/office/powerpoint/2010/main" val="414909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a:p>
            <a:endParaRPr lang="en-IN" dirty="0"/>
          </a:p>
        </p:txBody>
      </p:sp>
      <p:sp>
        <p:nvSpPr>
          <p:cNvPr id="4" name="Slide Number Placeholder 3"/>
          <p:cNvSpPr>
            <a:spLocks noGrp="1"/>
          </p:cNvSpPr>
          <p:nvPr>
            <p:ph type="sldNum" sz="quarter" idx="5"/>
          </p:nvPr>
        </p:nvSpPr>
        <p:spPr/>
        <p:txBody>
          <a:bodyPr/>
          <a:lstStyle/>
          <a:p>
            <a:fld id="{2F1514AC-017F-4122-A4B5-8B03ABE58BB2}" type="slidenum">
              <a:rPr lang="en-IN" smtClean="0"/>
              <a:t>5</a:t>
            </a:fld>
            <a:endParaRPr lang="en-IN"/>
          </a:p>
        </p:txBody>
      </p:sp>
    </p:spTree>
    <p:extLst>
      <p:ext uri="{BB962C8B-B14F-4D97-AF65-F5344CB8AC3E}">
        <p14:creationId xmlns:p14="http://schemas.microsoft.com/office/powerpoint/2010/main" val="910143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a:p>
            <a:endParaRPr lang="en-IN" dirty="0"/>
          </a:p>
        </p:txBody>
      </p:sp>
      <p:sp>
        <p:nvSpPr>
          <p:cNvPr id="4" name="Slide Number Placeholder 3"/>
          <p:cNvSpPr>
            <a:spLocks noGrp="1"/>
          </p:cNvSpPr>
          <p:nvPr>
            <p:ph type="sldNum" sz="quarter" idx="5"/>
          </p:nvPr>
        </p:nvSpPr>
        <p:spPr/>
        <p:txBody>
          <a:bodyPr/>
          <a:lstStyle/>
          <a:p>
            <a:fld id="{2F1514AC-017F-4122-A4B5-8B03ABE58BB2}" type="slidenum">
              <a:rPr lang="en-IN" smtClean="0"/>
              <a:t>6</a:t>
            </a:fld>
            <a:endParaRPr lang="en-IN"/>
          </a:p>
        </p:txBody>
      </p:sp>
    </p:spTree>
    <p:extLst>
      <p:ext uri="{BB962C8B-B14F-4D97-AF65-F5344CB8AC3E}">
        <p14:creationId xmlns:p14="http://schemas.microsoft.com/office/powerpoint/2010/main" val="2089645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1514AC-017F-4122-A4B5-8B03ABE58BB2}" type="slidenum">
              <a:rPr lang="en-IN" smtClean="0"/>
              <a:t>7</a:t>
            </a:fld>
            <a:endParaRPr lang="en-IN"/>
          </a:p>
        </p:txBody>
      </p:sp>
    </p:spTree>
    <p:extLst>
      <p:ext uri="{BB962C8B-B14F-4D97-AF65-F5344CB8AC3E}">
        <p14:creationId xmlns:p14="http://schemas.microsoft.com/office/powerpoint/2010/main" val="3868214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4/19/2023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0" i="0">
                <a:solidFill>
                  <a:schemeClr val="tx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4/19/2023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0" i="0">
                <a:solidFill>
                  <a:schemeClr val="tx1"/>
                </a:solidFill>
                <a:latin typeface="Arial Black"/>
                <a:cs typeface="Arial Black"/>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4/19/2023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0" i="0">
                <a:solidFill>
                  <a:schemeClr val="tx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4/19/2023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4/19/2023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136858" y="1309252"/>
            <a:ext cx="4014282" cy="787400"/>
          </a:xfrm>
          <a:prstGeom prst="rect">
            <a:avLst/>
          </a:prstGeom>
        </p:spPr>
        <p:txBody>
          <a:bodyPr wrap="square" lIns="0" tIns="0" rIns="0" bIns="0">
            <a:spAutoFit/>
          </a:bodyPr>
          <a:lstStyle>
            <a:lvl1pPr>
              <a:defRPr sz="5000" b="0" i="0">
                <a:solidFill>
                  <a:schemeClr val="tx1"/>
                </a:solidFill>
                <a:latin typeface="Arial Black"/>
                <a:cs typeface="Arial Black"/>
              </a:defRPr>
            </a:lvl1pPr>
          </a:lstStyle>
          <a:p>
            <a:endParaRPr/>
          </a:p>
        </p:txBody>
      </p:sp>
      <p:sp>
        <p:nvSpPr>
          <p:cNvPr id="3" name="Holder 3"/>
          <p:cNvSpPr>
            <a:spLocks noGrp="1"/>
          </p:cNvSpPr>
          <p:nvPr>
            <p:ph type="body" idx="1"/>
          </p:nvPr>
        </p:nvSpPr>
        <p:spPr>
          <a:xfrm>
            <a:off x="1016000" y="3215516"/>
            <a:ext cx="16256000" cy="238823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4/19/2023</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7" Type="http://schemas.openxmlformats.org/officeDocument/2006/relationships/image" Target="../media/image17.png"/><Relationship Id="rId2" Type="http://schemas.openxmlformats.org/officeDocument/2006/relationships/image" Target="../media/image12.jp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7" Type="http://schemas.openxmlformats.org/officeDocument/2006/relationships/image" Target="../media/image17.png"/><Relationship Id="rId2" Type="http://schemas.openxmlformats.org/officeDocument/2006/relationships/image" Target="../media/image18.jpg"/><Relationship Id="rId1" Type="http://schemas.openxmlformats.org/officeDocument/2006/relationships/slideLayout" Target="../slideLayouts/slideLayout2.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20.jpg"/></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7" Type="http://schemas.openxmlformats.org/officeDocument/2006/relationships/image" Target="../media/image17.png"/><Relationship Id="rId2" Type="http://schemas.openxmlformats.org/officeDocument/2006/relationships/image" Target="../media/image12.jp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9.jpg"/><Relationship Id="rId7" Type="http://schemas.openxmlformats.org/officeDocument/2006/relationships/image" Target="../media/image17.png"/><Relationship Id="rId2" Type="http://schemas.openxmlformats.org/officeDocument/2006/relationships/image" Target="../media/image18.jpg"/><Relationship Id="rId1" Type="http://schemas.openxmlformats.org/officeDocument/2006/relationships/slideLayout" Target="../slideLayouts/slideLayout2.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20.jpg"/></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hyperlink" Target="https://techacute.com/what-is-the-objective-of-technology/" TargetMode="External"/><Relationship Id="rId3" Type="http://schemas.openxmlformats.org/officeDocument/2006/relationships/image" Target="../media/image24.png"/><Relationship Id="rId7" Type="http://schemas.openxmlformats.org/officeDocument/2006/relationships/hyperlink" Target="https://www.enago.com" TargetMode="External"/><Relationship Id="rId2" Type="http://schemas.openxmlformats.org/officeDocument/2006/relationships/image" Target="../media/image23.jpg"/><Relationship Id="rId1" Type="http://schemas.openxmlformats.org/officeDocument/2006/relationships/slideLayout" Target="../slideLayouts/slideLayout2.xml"/><Relationship Id="rId6" Type="http://schemas.openxmlformats.org/officeDocument/2006/relationships/hyperlink" Target="http://www.reallygreatsite.com/" TargetMode="External"/><Relationship Id="rId5" Type="http://schemas.openxmlformats.org/officeDocument/2006/relationships/hyperlink" Target="mailto:hello@reallygreatsite.com" TargetMode="External"/><Relationship Id="rId10" Type="http://schemas.openxmlformats.org/officeDocument/2006/relationships/hyperlink" Target="https://byjus.com/maths/sample-size/" TargetMode="External"/><Relationship Id="rId4" Type="http://schemas.openxmlformats.org/officeDocument/2006/relationships/image" Target="../media/image25.png"/><Relationship Id="rId9" Type="http://schemas.openxmlformats.org/officeDocument/2006/relationships/hyperlink" Target="https://libguides.wits.ac"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340573" y="2326821"/>
            <a:ext cx="12947650" cy="7960359"/>
            <a:chOff x="5340573" y="2326821"/>
            <a:chExt cx="12947650" cy="7960359"/>
          </a:xfrm>
        </p:grpSpPr>
        <p:sp>
          <p:nvSpPr>
            <p:cNvPr id="3" name="object 3"/>
            <p:cNvSpPr/>
            <p:nvPr/>
          </p:nvSpPr>
          <p:spPr>
            <a:xfrm>
              <a:off x="5340573" y="7315785"/>
              <a:ext cx="12947650" cy="2971800"/>
            </a:xfrm>
            <a:custGeom>
              <a:avLst/>
              <a:gdLst/>
              <a:ahLst/>
              <a:cxnLst/>
              <a:rect l="l" t="t" r="r" b="b"/>
              <a:pathLst>
                <a:path w="12947650" h="2971800">
                  <a:moveTo>
                    <a:pt x="12947426" y="2971214"/>
                  </a:moveTo>
                  <a:lnTo>
                    <a:pt x="1107175" y="2971214"/>
                  </a:lnTo>
                  <a:lnTo>
                    <a:pt x="8657" y="186074"/>
                  </a:lnTo>
                  <a:lnTo>
                    <a:pt x="321" y="153859"/>
                  </a:lnTo>
                  <a:lnTo>
                    <a:pt x="0" y="121057"/>
                  </a:lnTo>
                  <a:lnTo>
                    <a:pt x="7531" y="89129"/>
                  </a:lnTo>
                  <a:lnTo>
                    <a:pt x="44694" y="34522"/>
                  </a:lnTo>
                  <a:lnTo>
                    <a:pt x="102263" y="4064"/>
                  </a:lnTo>
                  <a:lnTo>
                    <a:pt x="135289" y="0"/>
                  </a:lnTo>
                  <a:lnTo>
                    <a:pt x="12845169" y="0"/>
                  </a:lnTo>
                  <a:lnTo>
                    <a:pt x="12895992" y="4414"/>
                  </a:lnTo>
                  <a:lnTo>
                    <a:pt x="12947426" y="18629"/>
                  </a:lnTo>
                  <a:lnTo>
                    <a:pt x="12947426" y="2971214"/>
                  </a:lnTo>
                  <a:close/>
                </a:path>
              </a:pathLst>
            </a:custGeom>
            <a:solidFill>
              <a:srgbClr val="E1E1E1">
                <a:alpha val="94898"/>
              </a:srgbClr>
            </a:solidFill>
          </p:spPr>
          <p:txBody>
            <a:bodyPr wrap="square" lIns="0" tIns="0" rIns="0" bIns="0" rtlCol="0"/>
            <a:lstStyle/>
            <a:p>
              <a:endParaRPr/>
            </a:p>
          </p:txBody>
        </p:sp>
        <p:sp>
          <p:nvSpPr>
            <p:cNvPr id="4" name="object 4"/>
            <p:cNvSpPr/>
            <p:nvPr/>
          </p:nvSpPr>
          <p:spPr>
            <a:xfrm>
              <a:off x="6166911" y="2326821"/>
              <a:ext cx="7590155" cy="7960359"/>
            </a:xfrm>
            <a:custGeom>
              <a:avLst/>
              <a:gdLst/>
              <a:ahLst/>
              <a:cxnLst/>
              <a:rect l="l" t="t" r="r" b="b"/>
              <a:pathLst>
                <a:path w="7590155" h="7960359">
                  <a:moveTo>
                    <a:pt x="7589526" y="7960178"/>
                  </a:moveTo>
                  <a:lnTo>
                    <a:pt x="2993204" y="7960178"/>
                  </a:lnTo>
                  <a:lnTo>
                    <a:pt x="21321" y="425314"/>
                  </a:lnTo>
                  <a:lnTo>
                    <a:pt x="6560" y="376539"/>
                  </a:lnTo>
                  <a:lnTo>
                    <a:pt x="0" y="326672"/>
                  </a:lnTo>
                  <a:lnTo>
                    <a:pt x="1528" y="276704"/>
                  </a:lnTo>
                  <a:lnTo>
                    <a:pt x="11034" y="227624"/>
                  </a:lnTo>
                  <a:lnTo>
                    <a:pt x="28408" y="180422"/>
                  </a:lnTo>
                  <a:lnTo>
                    <a:pt x="53538" y="136090"/>
                  </a:lnTo>
                  <a:lnTo>
                    <a:pt x="85558" y="96448"/>
                  </a:lnTo>
                  <a:lnTo>
                    <a:pt x="123090" y="62968"/>
                  </a:lnTo>
                  <a:lnTo>
                    <a:pt x="165255" y="36118"/>
                  </a:lnTo>
                  <a:lnTo>
                    <a:pt x="211174" y="16363"/>
                  </a:lnTo>
                  <a:lnTo>
                    <a:pt x="259968" y="4168"/>
                  </a:lnTo>
                  <a:lnTo>
                    <a:pt x="310759" y="0"/>
                  </a:lnTo>
                  <a:lnTo>
                    <a:pt x="3992652" y="0"/>
                  </a:lnTo>
                  <a:lnTo>
                    <a:pt x="4088671" y="6872"/>
                  </a:lnTo>
                  <a:lnTo>
                    <a:pt x="4181201" y="26963"/>
                  </a:lnTo>
                  <a:lnTo>
                    <a:pt x="4269084" y="59484"/>
                  </a:lnTo>
                  <a:lnTo>
                    <a:pt x="4351161" y="103648"/>
                  </a:lnTo>
                  <a:lnTo>
                    <a:pt x="4426275" y="158665"/>
                  </a:lnTo>
                  <a:lnTo>
                    <a:pt x="4493267" y="223747"/>
                  </a:lnTo>
                  <a:lnTo>
                    <a:pt x="4550979" y="298106"/>
                  </a:lnTo>
                  <a:lnTo>
                    <a:pt x="4598253" y="380954"/>
                  </a:lnTo>
                  <a:lnTo>
                    <a:pt x="7589526" y="7960178"/>
                  </a:lnTo>
                  <a:close/>
                </a:path>
              </a:pathLst>
            </a:custGeom>
            <a:solidFill>
              <a:srgbClr val="003873"/>
            </a:solidFill>
          </p:spPr>
          <p:txBody>
            <a:bodyPr wrap="square" lIns="0" tIns="0" rIns="0" bIns="0" rtlCol="0"/>
            <a:lstStyle/>
            <a:p>
              <a:endParaRPr/>
            </a:p>
          </p:txBody>
        </p:sp>
      </p:grpSp>
      <p:grpSp>
        <p:nvGrpSpPr>
          <p:cNvPr id="5" name="object 5"/>
          <p:cNvGrpSpPr/>
          <p:nvPr/>
        </p:nvGrpSpPr>
        <p:grpSpPr>
          <a:xfrm>
            <a:off x="-319768" y="-90207"/>
            <a:ext cx="17117796" cy="10377297"/>
            <a:chOff x="-260547" y="-90207"/>
            <a:chExt cx="17117796" cy="10377297"/>
          </a:xfrm>
        </p:grpSpPr>
        <p:sp>
          <p:nvSpPr>
            <p:cNvPr id="6" name="object 6"/>
            <p:cNvSpPr/>
            <p:nvPr/>
          </p:nvSpPr>
          <p:spPr>
            <a:xfrm>
              <a:off x="11409584" y="0"/>
              <a:ext cx="5447665" cy="514350"/>
            </a:xfrm>
            <a:custGeom>
              <a:avLst/>
              <a:gdLst/>
              <a:ahLst/>
              <a:cxnLst/>
              <a:rect l="l" t="t" r="r" b="b"/>
              <a:pathLst>
                <a:path w="5447665" h="514350">
                  <a:moveTo>
                    <a:pt x="5311988" y="513868"/>
                  </a:moveTo>
                  <a:lnTo>
                    <a:pt x="402696" y="513868"/>
                  </a:lnTo>
                  <a:lnTo>
                    <a:pt x="351871" y="509453"/>
                  </a:lnTo>
                  <a:lnTo>
                    <a:pt x="303456" y="496620"/>
                  </a:lnTo>
                  <a:lnTo>
                    <a:pt x="258359" y="475986"/>
                  </a:lnTo>
                  <a:lnTo>
                    <a:pt x="217487" y="448169"/>
                  </a:lnTo>
                  <a:lnTo>
                    <a:pt x="181747" y="413786"/>
                  </a:lnTo>
                  <a:lnTo>
                    <a:pt x="152046" y="373455"/>
                  </a:lnTo>
                  <a:lnTo>
                    <a:pt x="129291" y="327793"/>
                  </a:lnTo>
                  <a:lnTo>
                    <a:pt x="0" y="0"/>
                  </a:lnTo>
                  <a:lnTo>
                    <a:pt x="5309345" y="0"/>
                  </a:lnTo>
                  <a:lnTo>
                    <a:pt x="5438633" y="327793"/>
                  </a:lnTo>
                  <a:lnTo>
                    <a:pt x="5446977" y="360007"/>
                  </a:lnTo>
                  <a:lnTo>
                    <a:pt x="5447297" y="392810"/>
                  </a:lnTo>
                  <a:lnTo>
                    <a:pt x="5439764" y="424737"/>
                  </a:lnTo>
                  <a:lnTo>
                    <a:pt x="5402604" y="479345"/>
                  </a:lnTo>
                  <a:lnTo>
                    <a:pt x="5345028" y="509802"/>
                  </a:lnTo>
                  <a:lnTo>
                    <a:pt x="5311988" y="513868"/>
                  </a:lnTo>
                  <a:close/>
                </a:path>
              </a:pathLst>
            </a:custGeom>
            <a:solidFill>
              <a:srgbClr val="003873"/>
            </a:solidFill>
          </p:spPr>
          <p:txBody>
            <a:bodyPr wrap="square" lIns="0" tIns="0" rIns="0" bIns="0" rtlCol="0"/>
            <a:lstStyle/>
            <a:p>
              <a:endParaRPr/>
            </a:p>
          </p:txBody>
        </p:sp>
        <p:sp>
          <p:nvSpPr>
            <p:cNvPr id="7" name="object 7"/>
            <p:cNvSpPr/>
            <p:nvPr/>
          </p:nvSpPr>
          <p:spPr>
            <a:xfrm>
              <a:off x="-260547" y="1"/>
              <a:ext cx="12074945" cy="10286999"/>
            </a:xfrm>
            <a:prstGeom prst="rect">
              <a:avLst/>
            </a:prstGeom>
            <a:blipFill>
              <a:blip r:embed="rId2" cstate="print"/>
              <a:stretch>
                <a:fillRect/>
              </a:stretch>
            </a:blipFill>
          </p:spPr>
          <p:txBody>
            <a:bodyPr wrap="square" lIns="0" tIns="0" rIns="0" bIns="0" rtlCol="0"/>
            <a:lstStyle/>
            <a:p>
              <a:endParaRPr dirty="0"/>
            </a:p>
          </p:txBody>
        </p:sp>
        <p:sp>
          <p:nvSpPr>
            <p:cNvPr id="8" name="object 8"/>
            <p:cNvSpPr/>
            <p:nvPr/>
          </p:nvSpPr>
          <p:spPr>
            <a:xfrm>
              <a:off x="9715620" y="5410716"/>
              <a:ext cx="733425" cy="190500"/>
            </a:xfrm>
            <a:custGeom>
              <a:avLst/>
              <a:gdLst/>
              <a:ahLst/>
              <a:cxnLst/>
              <a:rect l="l" t="t" r="r" b="b"/>
              <a:pathLst>
                <a:path w="733425" h="190500">
                  <a:moveTo>
                    <a:pt x="0" y="0"/>
                  </a:moveTo>
                  <a:lnTo>
                    <a:pt x="733387" y="0"/>
                  </a:lnTo>
                  <a:lnTo>
                    <a:pt x="733387" y="190320"/>
                  </a:lnTo>
                  <a:lnTo>
                    <a:pt x="0" y="190320"/>
                  </a:lnTo>
                  <a:lnTo>
                    <a:pt x="0" y="0"/>
                  </a:lnTo>
                  <a:close/>
                </a:path>
              </a:pathLst>
            </a:custGeom>
            <a:solidFill>
              <a:srgbClr val="BAEF4B"/>
            </a:solidFill>
          </p:spPr>
          <p:txBody>
            <a:bodyPr wrap="square" lIns="0" tIns="0" rIns="0" bIns="0" rtlCol="0"/>
            <a:lstStyle/>
            <a:p>
              <a:endParaRPr/>
            </a:p>
          </p:txBody>
        </p:sp>
        <p:sp>
          <p:nvSpPr>
            <p:cNvPr id="9" name="object 9"/>
            <p:cNvSpPr/>
            <p:nvPr/>
          </p:nvSpPr>
          <p:spPr>
            <a:xfrm>
              <a:off x="9531481" y="5759053"/>
              <a:ext cx="2416175" cy="3052445"/>
            </a:xfrm>
            <a:custGeom>
              <a:avLst/>
              <a:gdLst/>
              <a:ahLst/>
              <a:cxnLst/>
              <a:rect l="l" t="t" r="r" b="b"/>
              <a:pathLst>
                <a:path w="2416175" h="3052445">
                  <a:moveTo>
                    <a:pt x="0" y="0"/>
                  </a:moveTo>
                  <a:lnTo>
                    <a:pt x="3208" y="12385"/>
                  </a:lnTo>
                  <a:lnTo>
                    <a:pt x="162462" y="415749"/>
                  </a:lnTo>
                </a:path>
                <a:path w="2416175" h="3052445">
                  <a:moveTo>
                    <a:pt x="1328775" y="3019617"/>
                  </a:moveTo>
                  <a:lnTo>
                    <a:pt x="1340585" y="3024896"/>
                  </a:lnTo>
                  <a:lnTo>
                    <a:pt x="1388277" y="3039736"/>
                  </a:lnTo>
                  <a:lnTo>
                    <a:pt x="1437911" y="3048862"/>
                  </a:lnTo>
                  <a:lnTo>
                    <a:pt x="1489040" y="3051971"/>
                  </a:lnTo>
                  <a:lnTo>
                    <a:pt x="2222450" y="3051971"/>
                  </a:lnTo>
                  <a:lnTo>
                    <a:pt x="2269633" y="3046169"/>
                  </a:lnTo>
                  <a:lnTo>
                    <a:pt x="2313395" y="3029420"/>
                  </a:lnTo>
                  <a:lnTo>
                    <a:pt x="2351878" y="3002704"/>
                  </a:lnTo>
                  <a:lnTo>
                    <a:pt x="2383222" y="2967002"/>
                  </a:lnTo>
                  <a:lnTo>
                    <a:pt x="2404970" y="2924767"/>
                  </a:lnTo>
                  <a:lnTo>
                    <a:pt x="2415731" y="2879199"/>
                  </a:lnTo>
                  <a:lnTo>
                    <a:pt x="2415295" y="2834732"/>
                  </a:lnTo>
                </a:path>
              </a:pathLst>
            </a:custGeom>
            <a:ln w="190415">
              <a:solidFill>
                <a:srgbClr val="BAEF4B"/>
              </a:solidFill>
            </a:ln>
          </p:spPr>
          <p:txBody>
            <a:bodyPr wrap="square" lIns="0" tIns="0" rIns="0" bIns="0" rtlCol="0"/>
            <a:lstStyle/>
            <a:p>
              <a:endParaRPr/>
            </a:p>
          </p:txBody>
        </p:sp>
        <p:sp>
          <p:nvSpPr>
            <p:cNvPr id="10" name="object 10"/>
            <p:cNvSpPr/>
            <p:nvPr/>
          </p:nvSpPr>
          <p:spPr>
            <a:xfrm>
              <a:off x="11945415" y="8586271"/>
              <a:ext cx="1905" cy="5715"/>
            </a:xfrm>
            <a:custGeom>
              <a:avLst/>
              <a:gdLst/>
              <a:ahLst/>
              <a:cxnLst/>
              <a:rect l="l" t="t" r="r" b="b"/>
              <a:pathLst>
                <a:path w="1904" h="5715">
                  <a:moveTo>
                    <a:pt x="-95249" y="2582"/>
                  </a:moveTo>
                  <a:lnTo>
                    <a:pt x="96587" y="2582"/>
                  </a:lnTo>
                </a:path>
              </a:pathLst>
            </a:custGeom>
            <a:ln w="195664">
              <a:solidFill>
                <a:srgbClr val="BAEF4B"/>
              </a:solidFill>
            </a:ln>
          </p:spPr>
          <p:txBody>
            <a:bodyPr wrap="square" lIns="0" tIns="0" rIns="0" bIns="0" rtlCol="0"/>
            <a:lstStyle/>
            <a:p>
              <a:endParaRPr/>
            </a:p>
          </p:txBody>
        </p:sp>
        <p:sp>
          <p:nvSpPr>
            <p:cNvPr id="11" name="object 11"/>
            <p:cNvSpPr/>
            <p:nvPr/>
          </p:nvSpPr>
          <p:spPr>
            <a:xfrm>
              <a:off x="10449008" y="5505876"/>
              <a:ext cx="1294130" cy="2553335"/>
            </a:xfrm>
            <a:custGeom>
              <a:avLst/>
              <a:gdLst/>
              <a:ahLst/>
              <a:cxnLst/>
              <a:rect l="l" t="t" r="r" b="b"/>
              <a:pathLst>
                <a:path w="1294129" h="2553334">
                  <a:moveTo>
                    <a:pt x="1293699" y="2552942"/>
                  </a:moveTo>
                  <a:lnTo>
                    <a:pt x="390604" y="265562"/>
                  </a:lnTo>
                  <a:lnTo>
                    <a:pt x="368949" y="219186"/>
                  </a:lnTo>
                  <a:lnTo>
                    <a:pt x="342240" y="176409"/>
                  </a:lnTo>
                  <a:lnTo>
                    <a:pt x="310922" y="137532"/>
                  </a:lnTo>
                  <a:lnTo>
                    <a:pt x="275440" y="102857"/>
                  </a:lnTo>
                  <a:lnTo>
                    <a:pt x="236238" y="72688"/>
                  </a:lnTo>
                  <a:lnTo>
                    <a:pt x="193761" y="47326"/>
                  </a:lnTo>
                  <a:lnTo>
                    <a:pt x="148455" y="27074"/>
                  </a:lnTo>
                  <a:lnTo>
                    <a:pt x="100762" y="12234"/>
                  </a:lnTo>
                  <a:lnTo>
                    <a:pt x="51129" y="3109"/>
                  </a:lnTo>
                  <a:lnTo>
                    <a:pt x="0" y="0"/>
                  </a:lnTo>
                </a:path>
              </a:pathLst>
            </a:custGeom>
            <a:ln w="190471">
              <a:solidFill>
                <a:srgbClr val="BAEF4B"/>
              </a:solidFill>
            </a:ln>
          </p:spPr>
          <p:txBody>
            <a:bodyPr wrap="square" lIns="0" tIns="0" rIns="0" bIns="0" rtlCol="0"/>
            <a:lstStyle/>
            <a:p>
              <a:endParaRPr/>
            </a:p>
          </p:txBody>
        </p:sp>
        <p:sp>
          <p:nvSpPr>
            <p:cNvPr id="12" name="object 12"/>
            <p:cNvSpPr/>
            <p:nvPr/>
          </p:nvSpPr>
          <p:spPr>
            <a:xfrm>
              <a:off x="1087267" y="8370173"/>
              <a:ext cx="8961603" cy="888365"/>
            </a:xfrm>
            <a:custGeom>
              <a:avLst/>
              <a:gdLst/>
              <a:ahLst/>
              <a:cxnLst/>
              <a:rect l="l" t="t" r="r" b="b"/>
              <a:pathLst>
                <a:path w="7038340" h="888365">
                  <a:moveTo>
                    <a:pt x="6915773" y="888125"/>
                  </a:moveTo>
                  <a:lnTo>
                    <a:pt x="472707" y="888125"/>
                  </a:lnTo>
                  <a:lnTo>
                    <a:pt x="426721" y="884132"/>
                  </a:lnTo>
                  <a:lnTo>
                    <a:pt x="382916" y="872522"/>
                  </a:lnTo>
                  <a:lnTo>
                    <a:pt x="342112" y="853856"/>
                  </a:lnTo>
                  <a:lnTo>
                    <a:pt x="305130" y="828691"/>
                  </a:lnTo>
                  <a:lnTo>
                    <a:pt x="272792" y="797585"/>
                  </a:lnTo>
                  <a:lnTo>
                    <a:pt x="245919" y="761097"/>
                  </a:lnTo>
                  <a:lnTo>
                    <a:pt x="225331" y="719784"/>
                  </a:lnTo>
                  <a:lnTo>
                    <a:pt x="7832" y="168340"/>
                  </a:lnTo>
                  <a:lnTo>
                    <a:pt x="0" y="109521"/>
                  </a:lnTo>
                  <a:lnTo>
                    <a:pt x="6814" y="80635"/>
                  </a:lnTo>
                  <a:lnTo>
                    <a:pt x="40438" y="31220"/>
                  </a:lnTo>
                  <a:lnTo>
                    <a:pt x="92525" y="3674"/>
                  </a:lnTo>
                  <a:lnTo>
                    <a:pt x="122404" y="0"/>
                  </a:lnTo>
                  <a:lnTo>
                    <a:pt x="6565469" y="0"/>
                  </a:lnTo>
                  <a:lnTo>
                    <a:pt x="6611452" y="3993"/>
                  </a:lnTo>
                  <a:lnTo>
                    <a:pt x="6655257" y="15602"/>
                  </a:lnTo>
                  <a:lnTo>
                    <a:pt x="6696058" y="34268"/>
                  </a:lnTo>
                  <a:lnTo>
                    <a:pt x="6733038" y="59434"/>
                  </a:lnTo>
                  <a:lnTo>
                    <a:pt x="6765375" y="90539"/>
                  </a:lnTo>
                  <a:lnTo>
                    <a:pt x="6792250" y="127028"/>
                  </a:lnTo>
                  <a:lnTo>
                    <a:pt x="6812842" y="168340"/>
                  </a:lnTo>
                  <a:lnTo>
                    <a:pt x="7030347" y="719784"/>
                  </a:lnTo>
                  <a:lnTo>
                    <a:pt x="7038169" y="778603"/>
                  </a:lnTo>
                  <a:lnTo>
                    <a:pt x="7031354" y="807490"/>
                  </a:lnTo>
                  <a:lnTo>
                    <a:pt x="6997730" y="856891"/>
                  </a:lnTo>
                  <a:lnTo>
                    <a:pt x="6945648" y="884446"/>
                  </a:lnTo>
                  <a:lnTo>
                    <a:pt x="6915773" y="888125"/>
                  </a:lnTo>
                  <a:close/>
                </a:path>
              </a:pathLst>
            </a:custGeom>
            <a:solidFill>
              <a:srgbClr val="BAEF4B"/>
            </a:solidFill>
          </p:spPr>
          <p:txBody>
            <a:bodyPr wrap="square" lIns="0" tIns="0" rIns="0" bIns="0" rtlCol="0"/>
            <a:lstStyle/>
            <a:p>
              <a:endParaRPr dirty="0"/>
            </a:p>
          </p:txBody>
        </p:sp>
        <p:sp>
          <p:nvSpPr>
            <p:cNvPr id="13" name="object 13"/>
            <p:cNvSpPr/>
            <p:nvPr/>
          </p:nvSpPr>
          <p:spPr>
            <a:xfrm>
              <a:off x="1247010" y="-90207"/>
              <a:ext cx="1764974" cy="2868295"/>
            </a:xfrm>
            <a:custGeom>
              <a:avLst/>
              <a:gdLst/>
              <a:ahLst/>
              <a:cxnLst/>
              <a:rect l="l" t="t" r="r" b="b"/>
              <a:pathLst>
                <a:path w="2141220" h="2868295">
                  <a:moveTo>
                    <a:pt x="133534" y="2867839"/>
                  </a:moveTo>
                  <a:lnTo>
                    <a:pt x="76910" y="2859648"/>
                  </a:lnTo>
                  <a:lnTo>
                    <a:pt x="29690" y="2825982"/>
                  </a:lnTo>
                  <a:lnTo>
                    <a:pt x="3487" y="2775118"/>
                  </a:lnTo>
                  <a:lnTo>
                    <a:pt x="0" y="0"/>
                  </a:lnTo>
                  <a:lnTo>
                    <a:pt x="2141066" y="0"/>
                  </a:lnTo>
                  <a:lnTo>
                    <a:pt x="2141066" y="2577708"/>
                  </a:lnTo>
                  <a:lnTo>
                    <a:pt x="1047063" y="2577708"/>
                  </a:lnTo>
                  <a:lnTo>
                    <a:pt x="1000276" y="2582143"/>
                  </a:lnTo>
                  <a:lnTo>
                    <a:pt x="953966" y="2591011"/>
                  </a:lnTo>
                  <a:lnTo>
                    <a:pt x="908453" y="2604314"/>
                  </a:lnTo>
                  <a:lnTo>
                    <a:pt x="162083" y="2861684"/>
                  </a:lnTo>
                  <a:lnTo>
                    <a:pt x="133534" y="2867839"/>
                  </a:lnTo>
                  <a:close/>
                </a:path>
                <a:path w="2141220" h="2868295">
                  <a:moveTo>
                    <a:pt x="2007534" y="2867839"/>
                  </a:moveTo>
                  <a:lnTo>
                    <a:pt x="1978986" y="2861684"/>
                  </a:lnTo>
                  <a:lnTo>
                    <a:pt x="1232620" y="2604314"/>
                  </a:lnTo>
                  <a:lnTo>
                    <a:pt x="1187106" y="2591011"/>
                  </a:lnTo>
                  <a:lnTo>
                    <a:pt x="1140797" y="2582143"/>
                  </a:lnTo>
                  <a:lnTo>
                    <a:pt x="1094009" y="2577708"/>
                  </a:lnTo>
                  <a:lnTo>
                    <a:pt x="2141066" y="2577708"/>
                  </a:lnTo>
                  <a:lnTo>
                    <a:pt x="2141066" y="2746131"/>
                  </a:lnTo>
                  <a:lnTo>
                    <a:pt x="2137578" y="2775118"/>
                  </a:lnTo>
                  <a:lnTo>
                    <a:pt x="2111376" y="2825982"/>
                  </a:lnTo>
                  <a:lnTo>
                    <a:pt x="2064159" y="2859648"/>
                  </a:lnTo>
                  <a:lnTo>
                    <a:pt x="2036332" y="2867102"/>
                  </a:lnTo>
                  <a:lnTo>
                    <a:pt x="2007534" y="2867839"/>
                  </a:lnTo>
                  <a:close/>
                </a:path>
              </a:pathLst>
            </a:custGeom>
            <a:solidFill>
              <a:srgbClr val="003873"/>
            </a:solidFill>
          </p:spPr>
          <p:txBody>
            <a:bodyPr wrap="square" lIns="0" tIns="0" rIns="0" bIns="0" rtlCol="0"/>
            <a:lstStyle/>
            <a:p>
              <a:endParaRPr dirty="0"/>
            </a:p>
          </p:txBody>
        </p:sp>
        <p:sp>
          <p:nvSpPr>
            <p:cNvPr id="14" name="object 14"/>
            <p:cNvSpPr/>
            <p:nvPr/>
          </p:nvSpPr>
          <p:spPr>
            <a:xfrm>
              <a:off x="1711047" y="768440"/>
              <a:ext cx="12885420" cy="9518650"/>
            </a:xfrm>
            <a:custGeom>
              <a:avLst/>
              <a:gdLst/>
              <a:ahLst/>
              <a:cxnLst/>
              <a:rect l="l" t="t" r="r" b="b"/>
              <a:pathLst>
                <a:path w="12885419" h="9518650">
                  <a:moveTo>
                    <a:pt x="601967" y="483133"/>
                  </a:moveTo>
                  <a:lnTo>
                    <a:pt x="596455" y="441210"/>
                  </a:lnTo>
                  <a:lnTo>
                    <a:pt x="582879" y="401180"/>
                  </a:lnTo>
                  <a:lnTo>
                    <a:pt x="561771" y="364578"/>
                  </a:lnTo>
                  <a:lnTo>
                    <a:pt x="533946" y="332790"/>
                  </a:lnTo>
                  <a:lnTo>
                    <a:pt x="500456" y="307060"/>
                  </a:lnTo>
                  <a:lnTo>
                    <a:pt x="462584" y="288366"/>
                  </a:lnTo>
                  <a:lnTo>
                    <a:pt x="421817" y="277418"/>
                  </a:lnTo>
                  <a:lnTo>
                    <a:pt x="393788" y="274662"/>
                  </a:lnTo>
                  <a:lnTo>
                    <a:pt x="386740" y="274662"/>
                  </a:lnTo>
                  <a:lnTo>
                    <a:pt x="386740" y="705713"/>
                  </a:lnTo>
                  <a:lnTo>
                    <a:pt x="393788" y="705713"/>
                  </a:lnTo>
                  <a:lnTo>
                    <a:pt x="435635" y="700201"/>
                  </a:lnTo>
                  <a:lnTo>
                    <a:pt x="475615" y="686612"/>
                  </a:lnTo>
                  <a:lnTo>
                    <a:pt x="512178" y="665467"/>
                  </a:lnTo>
                  <a:lnTo>
                    <a:pt x="543915" y="637603"/>
                  </a:lnTo>
                  <a:lnTo>
                    <a:pt x="569607" y="604062"/>
                  </a:lnTo>
                  <a:lnTo>
                    <a:pt x="588276" y="566140"/>
                  </a:lnTo>
                  <a:lnTo>
                    <a:pt x="599211" y="525310"/>
                  </a:lnTo>
                  <a:lnTo>
                    <a:pt x="601967" y="497243"/>
                  </a:lnTo>
                  <a:lnTo>
                    <a:pt x="601967" y="483133"/>
                  </a:lnTo>
                  <a:close/>
                </a:path>
                <a:path w="12885419" h="9518650">
                  <a:moveTo>
                    <a:pt x="876236" y="488950"/>
                  </a:moveTo>
                  <a:lnTo>
                    <a:pt x="874001" y="441960"/>
                  </a:lnTo>
                  <a:lnTo>
                    <a:pt x="867410" y="396240"/>
                  </a:lnTo>
                  <a:lnTo>
                    <a:pt x="856691" y="351790"/>
                  </a:lnTo>
                  <a:lnTo>
                    <a:pt x="842022" y="308610"/>
                  </a:lnTo>
                  <a:lnTo>
                    <a:pt x="823633" y="267970"/>
                  </a:lnTo>
                  <a:lnTo>
                    <a:pt x="801725" y="229870"/>
                  </a:lnTo>
                  <a:lnTo>
                    <a:pt x="776490" y="193040"/>
                  </a:lnTo>
                  <a:lnTo>
                    <a:pt x="748144" y="158750"/>
                  </a:lnTo>
                  <a:lnTo>
                    <a:pt x="721918" y="133184"/>
                  </a:lnTo>
                  <a:lnTo>
                    <a:pt x="721918" y="481330"/>
                  </a:lnTo>
                  <a:lnTo>
                    <a:pt x="721918" y="497840"/>
                  </a:lnTo>
                  <a:lnTo>
                    <a:pt x="717080" y="547370"/>
                  </a:lnTo>
                  <a:lnTo>
                    <a:pt x="713867" y="562610"/>
                  </a:lnTo>
                  <a:lnTo>
                    <a:pt x="711962" y="571500"/>
                  </a:lnTo>
                  <a:lnTo>
                    <a:pt x="709866" y="579120"/>
                  </a:lnTo>
                  <a:lnTo>
                    <a:pt x="707580" y="586740"/>
                  </a:lnTo>
                  <a:lnTo>
                    <a:pt x="705091" y="594360"/>
                  </a:lnTo>
                  <a:lnTo>
                    <a:pt x="702411" y="603250"/>
                  </a:lnTo>
                  <a:lnTo>
                    <a:pt x="686219" y="640080"/>
                  </a:lnTo>
                  <a:lnTo>
                    <a:pt x="682421" y="647700"/>
                  </a:lnTo>
                  <a:lnTo>
                    <a:pt x="678459" y="655320"/>
                  </a:lnTo>
                  <a:lnTo>
                    <a:pt x="674319" y="661670"/>
                  </a:lnTo>
                  <a:lnTo>
                    <a:pt x="670001" y="669290"/>
                  </a:lnTo>
                  <a:lnTo>
                    <a:pt x="665505" y="675640"/>
                  </a:lnTo>
                  <a:lnTo>
                    <a:pt x="660857" y="683260"/>
                  </a:lnTo>
                  <a:lnTo>
                    <a:pt x="656031" y="689610"/>
                  </a:lnTo>
                  <a:lnTo>
                    <a:pt x="629564" y="721360"/>
                  </a:lnTo>
                  <a:lnTo>
                    <a:pt x="623811" y="726440"/>
                  </a:lnTo>
                  <a:lnTo>
                    <a:pt x="617918" y="732790"/>
                  </a:lnTo>
                  <a:lnTo>
                    <a:pt x="611898" y="737870"/>
                  </a:lnTo>
                  <a:lnTo>
                    <a:pt x="605739" y="744220"/>
                  </a:lnTo>
                  <a:lnTo>
                    <a:pt x="599440" y="749300"/>
                  </a:lnTo>
                  <a:lnTo>
                    <a:pt x="593013" y="754380"/>
                  </a:lnTo>
                  <a:lnTo>
                    <a:pt x="586460" y="759460"/>
                  </a:lnTo>
                  <a:lnTo>
                    <a:pt x="579793" y="764540"/>
                  </a:lnTo>
                  <a:lnTo>
                    <a:pt x="573011" y="768350"/>
                  </a:lnTo>
                  <a:lnTo>
                    <a:pt x="566102" y="773430"/>
                  </a:lnTo>
                  <a:lnTo>
                    <a:pt x="551992" y="781050"/>
                  </a:lnTo>
                  <a:lnTo>
                    <a:pt x="544791" y="786130"/>
                  </a:lnTo>
                  <a:lnTo>
                    <a:pt x="537476" y="789940"/>
                  </a:lnTo>
                  <a:lnTo>
                    <a:pt x="530085" y="792480"/>
                  </a:lnTo>
                  <a:lnTo>
                    <a:pt x="515048" y="800100"/>
                  </a:lnTo>
                  <a:lnTo>
                    <a:pt x="468198" y="815340"/>
                  </a:lnTo>
                  <a:lnTo>
                    <a:pt x="460197" y="816610"/>
                  </a:lnTo>
                  <a:lnTo>
                    <a:pt x="452145" y="819150"/>
                  </a:lnTo>
                  <a:lnTo>
                    <a:pt x="419595" y="824230"/>
                  </a:lnTo>
                  <a:lnTo>
                    <a:pt x="411403" y="824230"/>
                  </a:lnTo>
                  <a:lnTo>
                    <a:pt x="403186" y="825500"/>
                  </a:lnTo>
                  <a:lnTo>
                    <a:pt x="381673" y="825500"/>
                  </a:lnTo>
                  <a:lnTo>
                    <a:pt x="381673" y="751840"/>
                  </a:lnTo>
                  <a:lnTo>
                    <a:pt x="375259" y="751840"/>
                  </a:lnTo>
                  <a:lnTo>
                    <a:pt x="368846" y="750570"/>
                  </a:lnTo>
                  <a:lnTo>
                    <a:pt x="356044" y="750570"/>
                  </a:lnTo>
                  <a:lnTo>
                    <a:pt x="343319" y="748030"/>
                  </a:lnTo>
                  <a:lnTo>
                    <a:pt x="336981" y="748030"/>
                  </a:lnTo>
                  <a:lnTo>
                    <a:pt x="324396" y="745490"/>
                  </a:lnTo>
                  <a:lnTo>
                    <a:pt x="318147" y="742950"/>
                  </a:lnTo>
                  <a:lnTo>
                    <a:pt x="305790" y="740410"/>
                  </a:lnTo>
                  <a:lnTo>
                    <a:pt x="299669" y="737870"/>
                  </a:lnTo>
                  <a:lnTo>
                    <a:pt x="293598" y="736600"/>
                  </a:lnTo>
                  <a:lnTo>
                    <a:pt x="281635" y="731520"/>
                  </a:lnTo>
                  <a:lnTo>
                    <a:pt x="264134" y="723900"/>
                  </a:lnTo>
                  <a:lnTo>
                    <a:pt x="258445" y="720090"/>
                  </a:lnTo>
                  <a:lnTo>
                    <a:pt x="252818" y="717550"/>
                  </a:lnTo>
                  <a:lnTo>
                    <a:pt x="247281" y="713740"/>
                  </a:lnTo>
                  <a:lnTo>
                    <a:pt x="241820" y="711200"/>
                  </a:lnTo>
                  <a:lnTo>
                    <a:pt x="236435" y="707390"/>
                  </a:lnTo>
                  <a:lnTo>
                    <a:pt x="206121" y="683260"/>
                  </a:lnTo>
                  <a:lnTo>
                    <a:pt x="201422" y="679450"/>
                  </a:lnTo>
                  <a:lnTo>
                    <a:pt x="196824" y="674370"/>
                  </a:lnTo>
                  <a:lnTo>
                    <a:pt x="192341" y="670560"/>
                  </a:lnTo>
                  <a:lnTo>
                    <a:pt x="187972" y="665480"/>
                  </a:lnTo>
                  <a:lnTo>
                    <a:pt x="164312" y="635000"/>
                  </a:lnTo>
                  <a:lnTo>
                    <a:pt x="157441" y="623570"/>
                  </a:lnTo>
                  <a:lnTo>
                    <a:pt x="154216" y="618490"/>
                  </a:lnTo>
                  <a:lnTo>
                    <a:pt x="151117" y="613410"/>
                  </a:lnTo>
                  <a:lnTo>
                    <a:pt x="148170" y="607060"/>
                  </a:lnTo>
                  <a:lnTo>
                    <a:pt x="145351" y="601980"/>
                  </a:lnTo>
                  <a:lnTo>
                    <a:pt x="142684" y="595630"/>
                  </a:lnTo>
                  <a:lnTo>
                    <a:pt x="140157" y="589280"/>
                  </a:lnTo>
                  <a:lnTo>
                    <a:pt x="137769" y="584200"/>
                  </a:lnTo>
                  <a:lnTo>
                    <a:pt x="135534" y="577850"/>
                  </a:lnTo>
                  <a:lnTo>
                    <a:pt x="133451" y="571500"/>
                  </a:lnTo>
                  <a:lnTo>
                    <a:pt x="131508" y="565150"/>
                  </a:lnTo>
                  <a:lnTo>
                    <a:pt x="129717" y="558800"/>
                  </a:lnTo>
                  <a:lnTo>
                    <a:pt x="128092" y="553720"/>
                  </a:lnTo>
                  <a:lnTo>
                    <a:pt x="121513" y="515620"/>
                  </a:lnTo>
                  <a:lnTo>
                    <a:pt x="120383" y="497840"/>
                  </a:lnTo>
                  <a:lnTo>
                    <a:pt x="120383" y="481330"/>
                  </a:lnTo>
                  <a:lnTo>
                    <a:pt x="125272" y="438150"/>
                  </a:lnTo>
                  <a:lnTo>
                    <a:pt x="131508" y="414020"/>
                  </a:lnTo>
                  <a:lnTo>
                    <a:pt x="133451" y="407670"/>
                  </a:lnTo>
                  <a:lnTo>
                    <a:pt x="135534" y="401320"/>
                  </a:lnTo>
                  <a:lnTo>
                    <a:pt x="137769" y="394970"/>
                  </a:lnTo>
                  <a:lnTo>
                    <a:pt x="140157" y="389890"/>
                  </a:lnTo>
                  <a:lnTo>
                    <a:pt x="142684" y="383540"/>
                  </a:lnTo>
                  <a:lnTo>
                    <a:pt x="145351" y="377190"/>
                  </a:lnTo>
                  <a:lnTo>
                    <a:pt x="148170" y="372110"/>
                  </a:lnTo>
                  <a:lnTo>
                    <a:pt x="151130" y="365760"/>
                  </a:lnTo>
                  <a:lnTo>
                    <a:pt x="154216" y="360680"/>
                  </a:lnTo>
                  <a:lnTo>
                    <a:pt x="157441" y="355600"/>
                  </a:lnTo>
                  <a:lnTo>
                    <a:pt x="160807" y="349250"/>
                  </a:lnTo>
                  <a:lnTo>
                    <a:pt x="183730" y="318770"/>
                  </a:lnTo>
                  <a:lnTo>
                    <a:pt x="196824" y="304800"/>
                  </a:lnTo>
                  <a:lnTo>
                    <a:pt x="201422" y="299720"/>
                  </a:lnTo>
                  <a:lnTo>
                    <a:pt x="206121" y="295910"/>
                  </a:lnTo>
                  <a:lnTo>
                    <a:pt x="210921" y="290830"/>
                  </a:lnTo>
                  <a:lnTo>
                    <a:pt x="215836" y="287020"/>
                  </a:lnTo>
                  <a:lnTo>
                    <a:pt x="247281" y="265430"/>
                  </a:lnTo>
                  <a:lnTo>
                    <a:pt x="252818" y="261620"/>
                  </a:lnTo>
                  <a:lnTo>
                    <a:pt x="258445" y="259080"/>
                  </a:lnTo>
                  <a:lnTo>
                    <a:pt x="264134" y="255270"/>
                  </a:lnTo>
                  <a:lnTo>
                    <a:pt x="269900" y="252730"/>
                  </a:lnTo>
                  <a:lnTo>
                    <a:pt x="293611" y="242570"/>
                  </a:lnTo>
                  <a:lnTo>
                    <a:pt x="299669" y="241300"/>
                  </a:lnTo>
                  <a:lnTo>
                    <a:pt x="305790" y="238760"/>
                  </a:lnTo>
                  <a:lnTo>
                    <a:pt x="318160" y="236220"/>
                  </a:lnTo>
                  <a:lnTo>
                    <a:pt x="324396" y="233680"/>
                  </a:lnTo>
                  <a:lnTo>
                    <a:pt x="336981" y="231140"/>
                  </a:lnTo>
                  <a:lnTo>
                    <a:pt x="343319" y="231140"/>
                  </a:lnTo>
                  <a:lnTo>
                    <a:pt x="356044" y="228600"/>
                  </a:lnTo>
                  <a:lnTo>
                    <a:pt x="368846" y="228600"/>
                  </a:lnTo>
                  <a:lnTo>
                    <a:pt x="375259" y="227330"/>
                  </a:lnTo>
                  <a:lnTo>
                    <a:pt x="381673" y="227330"/>
                  </a:lnTo>
                  <a:lnTo>
                    <a:pt x="381673" y="153670"/>
                  </a:lnTo>
                  <a:lnTo>
                    <a:pt x="403186" y="153670"/>
                  </a:lnTo>
                  <a:lnTo>
                    <a:pt x="411403" y="154940"/>
                  </a:lnTo>
                  <a:lnTo>
                    <a:pt x="419595" y="154940"/>
                  </a:lnTo>
                  <a:lnTo>
                    <a:pt x="452145" y="160020"/>
                  </a:lnTo>
                  <a:lnTo>
                    <a:pt x="460197" y="162560"/>
                  </a:lnTo>
                  <a:lnTo>
                    <a:pt x="468198" y="163830"/>
                  </a:lnTo>
                  <a:lnTo>
                    <a:pt x="476161" y="166370"/>
                  </a:lnTo>
                  <a:lnTo>
                    <a:pt x="484060" y="167640"/>
                  </a:lnTo>
                  <a:lnTo>
                    <a:pt x="491909" y="170180"/>
                  </a:lnTo>
                  <a:lnTo>
                    <a:pt x="499694" y="173990"/>
                  </a:lnTo>
                  <a:lnTo>
                    <a:pt x="515048" y="179070"/>
                  </a:lnTo>
                  <a:lnTo>
                    <a:pt x="522605" y="182880"/>
                  </a:lnTo>
                  <a:lnTo>
                    <a:pt x="530085" y="185420"/>
                  </a:lnTo>
                  <a:lnTo>
                    <a:pt x="551992" y="196850"/>
                  </a:lnTo>
                  <a:lnTo>
                    <a:pt x="559104" y="201930"/>
                  </a:lnTo>
                  <a:lnTo>
                    <a:pt x="566102" y="205740"/>
                  </a:lnTo>
                  <a:lnTo>
                    <a:pt x="573011" y="210820"/>
                  </a:lnTo>
                  <a:lnTo>
                    <a:pt x="579793" y="214630"/>
                  </a:lnTo>
                  <a:lnTo>
                    <a:pt x="586460" y="219710"/>
                  </a:lnTo>
                  <a:lnTo>
                    <a:pt x="593013" y="224790"/>
                  </a:lnTo>
                  <a:lnTo>
                    <a:pt x="599440" y="229870"/>
                  </a:lnTo>
                  <a:lnTo>
                    <a:pt x="605739" y="234950"/>
                  </a:lnTo>
                  <a:lnTo>
                    <a:pt x="611898" y="241300"/>
                  </a:lnTo>
                  <a:lnTo>
                    <a:pt x="617918" y="246380"/>
                  </a:lnTo>
                  <a:lnTo>
                    <a:pt x="623811" y="252730"/>
                  </a:lnTo>
                  <a:lnTo>
                    <a:pt x="629564" y="257810"/>
                  </a:lnTo>
                  <a:lnTo>
                    <a:pt x="635165" y="264160"/>
                  </a:lnTo>
                  <a:lnTo>
                    <a:pt x="660857" y="295910"/>
                  </a:lnTo>
                  <a:lnTo>
                    <a:pt x="665505" y="303530"/>
                  </a:lnTo>
                  <a:lnTo>
                    <a:pt x="670001" y="309880"/>
                  </a:lnTo>
                  <a:lnTo>
                    <a:pt x="674319" y="317500"/>
                  </a:lnTo>
                  <a:lnTo>
                    <a:pt x="678459" y="323850"/>
                  </a:lnTo>
                  <a:lnTo>
                    <a:pt x="682421" y="331470"/>
                  </a:lnTo>
                  <a:lnTo>
                    <a:pt x="686219" y="339090"/>
                  </a:lnTo>
                  <a:lnTo>
                    <a:pt x="689825" y="345440"/>
                  </a:lnTo>
                  <a:lnTo>
                    <a:pt x="693254" y="353060"/>
                  </a:lnTo>
                  <a:lnTo>
                    <a:pt x="696493" y="360680"/>
                  </a:lnTo>
                  <a:lnTo>
                    <a:pt x="699554" y="368300"/>
                  </a:lnTo>
                  <a:lnTo>
                    <a:pt x="702411" y="375920"/>
                  </a:lnTo>
                  <a:lnTo>
                    <a:pt x="705091" y="384810"/>
                  </a:lnTo>
                  <a:lnTo>
                    <a:pt x="707580" y="392430"/>
                  </a:lnTo>
                  <a:lnTo>
                    <a:pt x="709866" y="400050"/>
                  </a:lnTo>
                  <a:lnTo>
                    <a:pt x="711962" y="407670"/>
                  </a:lnTo>
                  <a:lnTo>
                    <a:pt x="713867" y="416560"/>
                  </a:lnTo>
                  <a:lnTo>
                    <a:pt x="715568" y="424180"/>
                  </a:lnTo>
                  <a:lnTo>
                    <a:pt x="721106" y="464820"/>
                  </a:lnTo>
                  <a:lnTo>
                    <a:pt x="721918" y="481330"/>
                  </a:lnTo>
                  <a:lnTo>
                    <a:pt x="721918" y="133184"/>
                  </a:lnTo>
                  <a:lnTo>
                    <a:pt x="682929" y="99060"/>
                  </a:lnTo>
                  <a:lnTo>
                    <a:pt x="646468" y="73660"/>
                  </a:lnTo>
                  <a:lnTo>
                    <a:pt x="607720" y="52070"/>
                  </a:lnTo>
                  <a:lnTo>
                    <a:pt x="566877" y="33020"/>
                  </a:lnTo>
                  <a:lnTo>
                    <a:pt x="524154" y="19050"/>
                  </a:lnTo>
                  <a:lnTo>
                    <a:pt x="479755" y="7620"/>
                  </a:lnTo>
                  <a:lnTo>
                    <a:pt x="433882" y="1270"/>
                  </a:lnTo>
                  <a:lnTo>
                    <a:pt x="386740" y="0"/>
                  </a:lnTo>
                  <a:lnTo>
                    <a:pt x="330758" y="2540"/>
                  </a:lnTo>
                  <a:lnTo>
                    <a:pt x="276225" y="11430"/>
                  </a:lnTo>
                  <a:lnTo>
                    <a:pt x="223151" y="27940"/>
                  </a:lnTo>
                  <a:lnTo>
                    <a:pt x="171513" y="49530"/>
                  </a:lnTo>
                  <a:lnTo>
                    <a:pt x="171513" y="170180"/>
                  </a:lnTo>
                  <a:lnTo>
                    <a:pt x="164947" y="175260"/>
                  </a:lnTo>
                  <a:lnTo>
                    <a:pt x="127901" y="204470"/>
                  </a:lnTo>
                  <a:lnTo>
                    <a:pt x="105308" y="226060"/>
                  </a:lnTo>
                  <a:lnTo>
                    <a:pt x="94716" y="237490"/>
                  </a:lnTo>
                  <a:lnTo>
                    <a:pt x="89585" y="243840"/>
                  </a:lnTo>
                  <a:lnTo>
                    <a:pt x="79730" y="255270"/>
                  </a:lnTo>
                  <a:lnTo>
                    <a:pt x="74980" y="261620"/>
                  </a:lnTo>
                  <a:lnTo>
                    <a:pt x="65887" y="274320"/>
                  </a:lnTo>
                  <a:lnTo>
                    <a:pt x="61544" y="280670"/>
                  </a:lnTo>
                  <a:lnTo>
                    <a:pt x="53263" y="294640"/>
                  </a:lnTo>
                  <a:lnTo>
                    <a:pt x="49326" y="300990"/>
                  </a:lnTo>
                  <a:lnTo>
                    <a:pt x="41871" y="314960"/>
                  </a:lnTo>
                  <a:lnTo>
                    <a:pt x="38366" y="322580"/>
                  </a:lnTo>
                  <a:lnTo>
                    <a:pt x="31788" y="336550"/>
                  </a:lnTo>
                  <a:lnTo>
                    <a:pt x="28727" y="344170"/>
                  </a:lnTo>
                  <a:lnTo>
                    <a:pt x="23037" y="358140"/>
                  </a:lnTo>
                  <a:lnTo>
                    <a:pt x="20421" y="365760"/>
                  </a:lnTo>
                  <a:lnTo>
                    <a:pt x="9652" y="403860"/>
                  </a:lnTo>
                  <a:lnTo>
                    <a:pt x="1930" y="450850"/>
                  </a:lnTo>
                  <a:lnTo>
                    <a:pt x="0" y="481330"/>
                  </a:lnTo>
                  <a:lnTo>
                    <a:pt x="0" y="497840"/>
                  </a:lnTo>
                  <a:lnTo>
                    <a:pt x="3873" y="544830"/>
                  </a:lnTo>
                  <a:lnTo>
                    <a:pt x="13500" y="590550"/>
                  </a:lnTo>
                  <a:lnTo>
                    <a:pt x="28727" y="635000"/>
                  </a:lnTo>
                  <a:lnTo>
                    <a:pt x="31788" y="642620"/>
                  </a:lnTo>
                  <a:lnTo>
                    <a:pt x="38366" y="656590"/>
                  </a:lnTo>
                  <a:lnTo>
                    <a:pt x="41871" y="664210"/>
                  </a:lnTo>
                  <a:lnTo>
                    <a:pt x="49326" y="678180"/>
                  </a:lnTo>
                  <a:lnTo>
                    <a:pt x="53263" y="684530"/>
                  </a:lnTo>
                  <a:lnTo>
                    <a:pt x="61544" y="697230"/>
                  </a:lnTo>
                  <a:lnTo>
                    <a:pt x="65887" y="704850"/>
                  </a:lnTo>
                  <a:lnTo>
                    <a:pt x="74980" y="717550"/>
                  </a:lnTo>
                  <a:lnTo>
                    <a:pt x="79730" y="723900"/>
                  </a:lnTo>
                  <a:lnTo>
                    <a:pt x="89585" y="735330"/>
                  </a:lnTo>
                  <a:lnTo>
                    <a:pt x="94716" y="741680"/>
                  </a:lnTo>
                  <a:lnTo>
                    <a:pt x="105308" y="753110"/>
                  </a:lnTo>
                  <a:lnTo>
                    <a:pt x="110794" y="759460"/>
                  </a:lnTo>
                  <a:lnTo>
                    <a:pt x="122085" y="769620"/>
                  </a:lnTo>
                  <a:lnTo>
                    <a:pt x="158534" y="800100"/>
                  </a:lnTo>
                  <a:lnTo>
                    <a:pt x="164947" y="803910"/>
                  </a:lnTo>
                  <a:lnTo>
                    <a:pt x="171513" y="808990"/>
                  </a:lnTo>
                  <a:lnTo>
                    <a:pt x="171513" y="929640"/>
                  </a:lnTo>
                  <a:lnTo>
                    <a:pt x="223151" y="951230"/>
                  </a:lnTo>
                  <a:lnTo>
                    <a:pt x="276225" y="967740"/>
                  </a:lnTo>
                  <a:lnTo>
                    <a:pt x="330758" y="976630"/>
                  </a:lnTo>
                  <a:lnTo>
                    <a:pt x="386740" y="979170"/>
                  </a:lnTo>
                  <a:lnTo>
                    <a:pt x="433882" y="977900"/>
                  </a:lnTo>
                  <a:lnTo>
                    <a:pt x="479755" y="970280"/>
                  </a:lnTo>
                  <a:lnTo>
                    <a:pt x="524154" y="960120"/>
                  </a:lnTo>
                  <a:lnTo>
                    <a:pt x="566877" y="944880"/>
                  </a:lnTo>
                  <a:lnTo>
                    <a:pt x="607720" y="927100"/>
                  </a:lnTo>
                  <a:lnTo>
                    <a:pt x="646468" y="905510"/>
                  </a:lnTo>
                  <a:lnTo>
                    <a:pt x="682929" y="880110"/>
                  </a:lnTo>
                  <a:lnTo>
                    <a:pt x="716889" y="850900"/>
                  </a:lnTo>
                  <a:lnTo>
                    <a:pt x="748144" y="820420"/>
                  </a:lnTo>
                  <a:lnTo>
                    <a:pt x="776490" y="786130"/>
                  </a:lnTo>
                  <a:lnTo>
                    <a:pt x="801725" y="749300"/>
                  </a:lnTo>
                  <a:lnTo>
                    <a:pt x="823633" y="711200"/>
                  </a:lnTo>
                  <a:lnTo>
                    <a:pt x="842022" y="670560"/>
                  </a:lnTo>
                  <a:lnTo>
                    <a:pt x="856691" y="627380"/>
                  </a:lnTo>
                  <a:lnTo>
                    <a:pt x="867410" y="582930"/>
                  </a:lnTo>
                  <a:lnTo>
                    <a:pt x="874001" y="537210"/>
                  </a:lnTo>
                  <a:lnTo>
                    <a:pt x="876236" y="488950"/>
                  </a:lnTo>
                  <a:close/>
                </a:path>
                <a:path w="12885419" h="9518650">
                  <a:moveTo>
                    <a:pt x="12885179" y="9518459"/>
                  </a:moveTo>
                  <a:lnTo>
                    <a:pt x="12202554" y="7787691"/>
                  </a:lnTo>
                  <a:lnTo>
                    <a:pt x="12179795" y="7742034"/>
                  </a:lnTo>
                  <a:lnTo>
                    <a:pt x="12150090" y="7701712"/>
                  </a:lnTo>
                  <a:lnTo>
                    <a:pt x="12114340" y="7667333"/>
                  </a:lnTo>
                  <a:lnTo>
                    <a:pt x="12073458" y="7639520"/>
                  </a:lnTo>
                  <a:lnTo>
                    <a:pt x="12028361" y="7618882"/>
                  </a:lnTo>
                  <a:lnTo>
                    <a:pt x="11979935" y="7606055"/>
                  </a:lnTo>
                  <a:lnTo>
                    <a:pt x="11929110" y="7601636"/>
                  </a:lnTo>
                  <a:lnTo>
                    <a:pt x="10866577" y="7601636"/>
                  </a:lnTo>
                  <a:lnTo>
                    <a:pt x="10802899" y="7617434"/>
                  </a:lnTo>
                  <a:lnTo>
                    <a:pt x="10754017" y="7661161"/>
                  </a:lnTo>
                  <a:lnTo>
                    <a:pt x="10731284" y="7722679"/>
                  </a:lnTo>
                  <a:lnTo>
                    <a:pt x="10731602" y="7755471"/>
                  </a:lnTo>
                  <a:lnTo>
                    <a:pt x="10739933" y="7787691"/>
                  </a:lnTo>
                  <a:lnTo>
                    <a:pt x="11422583" y="9518459"/>
                  </a:lnTo>
                  <a:lnTo>
                    <a:pt x="12885179" y="9518459"/>
                  </a:lnTo>
                  <a:close/>
                </a:path>
              </a:pathLst>
            </a:custGeom>
            <a:solidFill>
              <a:srgbClr val="BAEF4B"/>
            </a:solidFill>
          </p:spPr>
          <p:txBody>
            <a:bodyPr wrap="square" lIns="0" tIns="0" rIns="0" bIns="0" rtlCol="0"/>
            <a:lstStyle/>
            <a:p>
              <a:endParaRPr dirty="0"/>
            </a:p>
          </p:txBody>
        </p:sp>
      </p:grpSp>
      <p:sp>
        <p:nvSpPr>
          <p:cNvPr id="15" name="object 15"/>
          <p:cNvSpPr txBox="1">
            <a:spLocks noGrp="1"/>
          </p:cNvSpPr>
          <p:nvPr>
            <p:ph type="title"/>
          </p:nvPr>
        </p:nvSpPr>
        <p:spPr>
          <a:xfrm>
            <a:off x="10048871" y="835064"/>
            <a:ext cx="8322460" cy="6674262"/>
          </a:xfrm>
          <a:prstGeom prst="rect">
            <a:avLst/>
          </a:prstGeom>
        </p:spPr>
        <p:txBody>
          <a:bodyPr vert="horz" wrap="square" lIns="0" tIns="26034" rIns="0" bIns="0" rtlCol="0">
            <a:spAutoFit/>
          </a:bodyPr>
          <a:lstStyle/>
          <a:p>
            <a:pPr marL="12700" marR="5080" indent="115570" algn="ctr">
              <a:spcBef>
                <a:spcPts val="204"/>
              </a:spcBef>
            </a:pPr>
            <a:r>
              <a:rPr lang="en-US" sz="7200" dirty="0">
                <a:solidFill>
                  <a:srgbClr val="C00000"/>
                </a:solidFill>
                <a:latin typeface="Algerian" panose="04020705040A02060702" pitchFamily="82" charset="0"/>
              </a:rPr>
              <a:t>A study on                                    role of</a:t>
            </a:r>
            <a:br>
              <a:rPr lang="en-US" sz="7200" dirty="0">
                <a:solidFill>
                  <a:srgbClr val="C00000"/>
                </a:solidFill>
                <a:latin typeface="Algerian" panose="04020705040A02060702" pitchFamily="82" charset="0"/>
              </a:rPr>
            </a:br>
            <a:r>
              <a:rPr lang="en-US" sz="7200" dirty="0">
                <a:solidFill>
                  <a:srgbClr val="C00000"/>
                </a:solidFill>
                <a:latin typeface="Algerian" panose="04020705040A02060702" pitchFamily="82" charset="0"/>
              </a:rPr>
              <a:t>technology in development </a:t>
            </a:r>
            <a:br>
              <a:rPr lang="en-US" sz="7200" dirty="0">
                <a:solidFill>
                  <a:srgbClr val="C00000"/>
                </a:solidFill>
                <a:latin typeface="Algerian" panose="04020705040A02060702" pitchFamily="82" charset="0"/>
              </a:rPr>
            </a:br>
            <a:r>
              <a:rPr lang="en-US" sz="7200" dirty="0">
                <a:solidFill>
                  <a:srgbClr val="C00000"/>
                </a:solidFill>
                <a:latin typeface="Algerian" panose="04020705040A02060702" pitchFamily="82" charset="0"/>
              </a:rPr>
              <a:t>of country economy</a:t>
            </a:r>
          </a:p>
        </p:txBody>
      </p:sp>
      <p:sp>
        <p:nvSpPr>
          <p:cNvPr id="17" name="object 17"/>
          <p:cNvSpPr/>
          <p:nvPr/>
        </p:nvSpPr>
        <p:spPr>
          <a:xfrm>
            <a:off x="17820927" y="0"/>
            <a:ext cx="354965" cy="1020444"/>
          </a:xfrm>
          <a:custGeom>
            <a:avLst/>
            <a:gdLst/>
            <a:ahLst/>
            <a:cxnLst/>
            <a:rect l="l" t="t" r="r" b="b"/>
            <a:pathLst>
              <a:path w="354965" h="1020444">
                <a:moveTo>
                  <a:pt x="296445" y="1019892"/>
                </a:moveTo>
                <a:lnTo>
                  <a:pt x="318266" y="1004712"/>
                </a:lnTo>
                <a:lnTo>
                  <a:pt x="336040" y="984427"/>
                </a:lnTo>
                <a:lnTo>
                  <a:pt x="348370" y="960429"/>
                </a:lnTo>
                <a:lnTo>
                  <a:pt x="354473" y="934537"/>
                </a:lnTo>
                <a:lnTo>
                  <a:pt x="354214" y="907938"/>
                </a:lnTo>
                <a:lnTo>
                  <a:pt x="347460" y="881814"/>
                </a:lnTo>
                <a:lnTo>
                  <a:pt x="0" y="0"/>
                </a:lnTo>
              </a:path>
            </a:pathLst>
          </a:custGeom>
          <a:ln w="171601">
            <a:solidFill>
              <a:srgbClr val="BAEF4B"/>
            </a:solidFill>
          </a:ln>
        </p:spPr>
        <p:txBody>
          <a:bodyPr wrap="square" lIns="0" tIns="0" rIns="0" bIns="0" rtlCol="0"/>
          <a:lstStyle/>
          <a:p>
            <a:endParaRPr/>
          </a:p>
        </p:txBody>
      </p:sp>
      <p:sp>
        <p:nvSpPr>
          <p:cNvPr id="19" name="object 19"/>
          <p:cNvSpPr txBox="1"/>
          <p:nvPr/>
        </p:nvSpPr>
        <p:spPr>
          <a:xfrm>
            <a:off x="1874666" y="8586271"/>
            <a:ext cx="7243646" cy="475771"/>
          </a:xfrm>
          <a:prstGeom prst="rect">
            <a:avLst/>
          </a:prstGeom>
        </p:spPr>
        <p:txBody>
          <a:bodyPr vert="horz" wrap="square" lIns="0" tIns="13970" rIns="0" bIns="0" rtlCol="0">
            <a:spAutoFit/>
          </a:bodyPr>
          <a:lstStyle/>
          <a:p>
            <a:pPr marL="12700">
              <a:lnSpc>
                <a:spcPct val="100000"/>
              </a:lnSpc>
              <a:spcBef>
                <a:spcPts val="110"/>
              </a:spcBef>
            </a:pPr>
            <a:r>
              <a:rPr lang="en-IN" sz="3000" spc="-195" dirty="0">
                <a:solidFill>
                  <a:srgbClr val="005473"/>
                </a:solidFill>
                <a:latin typeface="Arial Black"/>
                <a:cs typeface="Arial Black"/>
              </a:rPr>
              <a:t>Rushikesh Badgujar &amp; Mohit tawar </a:t>
            </a:r>
            <a:endParaRPr sz="3000" dirty="0">
              <a:latin typeface="Arial Black"/>
              <a:cs typeface="Arial Black"/>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98115" y="2866021"/>
            <a:ext cx="850265" cy="850265"/>
          </a:xfrm>
          <a:custGeom>
            <a:avLst/>
            <a:gdLst/>
            <a:ahLst/>
            <a:cxnLst/>
            <a:rect l="l" t="t" r="r" b="b"/>
            <a:pathLst>
              <a:path w="850264" h="850264">
                <a:moveTo>
                  <a:pt x="425034" y="849848"/>
                </a:moveTo>
                <a:lnTo>
                  <a:pt x="378618" y="847361"/>
                </a:lnTo>
                <a:lnTo>
                  <a:pt x="333760" y="840053"/>
                </a:lnTo>
                <a:lnTo>
                  <a:pt x="290606" y="828190"/>
                </a:lnTo>
                <a:lnTo>
                  <a:pt x="249415" y="812032"/>
                </a:lnTo>
                <a:lnTo>
                  <a:pt x="210447" y="791837"/>
                </a:lnTo>
                <a:lnTo>
                  <a:pt x="173960" y="767866"/>
                </a:lnTo>
                <a:lnTo>
                  <a:pt x="140214" y="740376"/>
                </a:lnTo>
                <a:lnTo>
                  <a:pt x="109467" y="709628"/>
                </a:lnTo>
                <a:lnTo>
                  <a:pt x="81979" y="675881"/>
                </a:lnTo>
                <a:lnTo>
                  <a:pt x="58009" y="639393"/>
                </a:lnTo>
                <a:lnTo>
                  <a:pt x="37817" y="600425"/>
                </a:lnTo>
                <a:lnTo>
                  <a:pt x="21660" y="559236"/>
                </a:lnTo>
                <a:lnTo>
                  <a:pt x="9799" y="516085"/>
                </a:lnTo>
                <a:lnTo>
                  <a:pt x="2492" y="471230"/>
                </a:lnTo>
                <a:lnTo>
                  <a:pt x="0" y="424937"/>
                </a:lnTo>
                <a:lnTo>
                  <a:pt x="2492" y="378631"/>
                </a:lnTo>
                <a:lnTo>
                  <a:pt x="9799" y="333773"/>
                </a:lnTo>
                <a:lnTo>
                  <a:pt x="21660" y="290619"/>
                </a:lnTo>
                <a:lnTo>
                  <a:pt x="37817" y="249427"/>
                </a:lnTo>
                <a:lnTo>
                  <a:pt x="58009" y="210458"/>
                </a:lnTo>
                <a:lnTo>
                  <a:pt x="81979" y="173970"/>
                </a:lnTo>
                <a:lnTo>
                  <a:pt x="109467" y="140222"/>
                </a:lnTo>
                <a:lnTo>
                  <a:pt x="140214" y="109474"/>
                </a:lnTo>
                <a:lnTo>
                  <a:pt x="173960" y="81985"/>
                </a:lnTo>
                <a:lnTo>
                  <a:pt x="210447" y="58014"/>
                </a:lnTo>
                <a:lnTo>
                  <a:pt x="249415" y="37819"/>
                </a:lnTo>
                <a:lnTo>
                  <a:pt x="290606" y="21662"/>
                </a:lnTo>
                <a:lnTo>
                  <a:pt x="333760" y="9800"/>
                </a:lnTo>
                <a:lnTo>
                  <a:pt x="378618" y="2492"/>
                </a:lnTo>
                <a:lnTo>
                  <a:pt x="424909" y="0"/>
                </a:lnTo>
                <a:lnTo>
                  <a:pt x="471219" y="2492"/>
                </a:lnTo>
                <a:lnTo>
                  <a:pt x="516073" y="9800"/>
                </a:lnTo>
                <a:lnTo>
                  <a:pt x="559224" y="21662"/>
                </a:lnTo>
                <a:lnTo>
                  <a:pt x="600414" y="37819"/>
                </a:lnTo>
                <a:lnTo>
                  <a:pt x="639382" y="58014"/>
                </a:lnTo>
                <a:lnTo>
                  <a:pt x="675869" y="81985"/>
                </a:lnTo>
                <a:lnTo>
                  <a:pt x="709616" y="109474"/>
                </a:lnTo>
                <a:lnTo>
                  <a:pt x="740364" y="140222"/>
                </a:lnTo>
                <a:lnTo>
                  <a:pt x="767854" y="173970"/>
                </a:lnTo>
                <a:lnTo>
                  <a:pt x="791826" y="210458"/>
                </a:lnTo>
                <a:lnTo>
                  <a:pt x="812020" y="249427"/>
                </a:lnTo>
                <a:lnTo>
                  <a:pt x="828179" y="290619"/>
                </a:lnTo>
                <a:lnTo>
                  <a:pt x="840041" y="333773"/>
                </a:lnTo>
                <a:lnTo>
                  <a:pt x="847349" y="378631"/>
                </a:lnTo>
                <a:lnTo>
                  <a:pt x="849842" y="424929"/>
                </a:lnTo>
                <a:lnTo>
                  <a:pt x="847349" y="471230"/>
                </a:lnTo>
                <a:lnTo>
                  <a:pt x="840041" y="516085"/>
                </a:lnTo>
                <a:lnTo>
                  <a:pt x="828179" y="559236"/>
                </a:lnTo>
                <a:lnTo>
                  <a:pt x="812020" y="600425"/>
                </a:lnTo>
                <a:lnTo>
                  <a:pt x="791826" y="639393"/>
                </a:lnTo>
                <a:lnTo>
                  <a:pt x="767854" y="675881"/>
                </a:lnTo>
                <a:lnTo>
                  <a:pt x="740364" y="709628"/>
                </a:lnTo>
                <a:lnTo>
                  <a:pt x="709616" y="740376"/>
                </a:lnTo>
                <a:lnTo>
                  <a:pt x="675869" y="767866"/>
                </a:lnTo>
                <a:lnTo>
                  <a:pt x="639382" y="791837"/>
                </a:lnTo>
                <a:lnTo>
                  <a:pt x="600414" y="812032"/>
                </a:lnTo>
                <a:lnTo>
                  <a:pt x="559224" y="828190"/>
                </a:lnTo>
                <a:lnTo>
                  <a:pt x="516073" y="840053"/>
                </a:lnTo>
                <a:lnTo>
                  <a:pt x="471219" y="847361"/>
                </a:lnTo>
                <a:lnTo>
                  <a:pt x="425034" y="849848"/>
                </a:lnTo>
                <a:close/>
              </a:path>
            </a:pathLst>
          </a:custGeom>
          <a:solidFill>
            <a:srgbClr val="003873"/>
          </a:solidFill>
        </p:spPr>
        <p:txBody>
          <a:bodyPr wrap="square" lIns="0" tIns="0" rIns="0" bIns="0" rtlCol="0"/>
          <a:lstStyle/>
          <a:p>
            <a:endParaRPr/>
          </a:p>
        </p:txBody>
      </p:sp>
      <p:sp>
        <p:nvSpPr>
          <p:cNvPr id="3" name="object 3"/>
          <p:cNvSpPr/>
          <p:nvPr/>
        </p:nvSpPr>
        <p:spPr>
          <a:xfrm>
            <a:off x="9915936" y="2804303"/>
            <a:ext cx="850265" cy="850265"/>
          </a:xfrm>
          <a:custGeom>
            <a:avLst/>
            <a:gdLst/>
            <a:ahLst/>
            <a:cxnLst/>
            <a:rect l="l" t="t" r="r" b="b"/>
            <a:pathLst>
              <a:path w="850265" h="850264">
                <a:moveTo>
                  <a:pt x="424977" y="849848"/>
                </a:moveTo>
                <a:lnTo>
                  <a:pt x="378623" y="847358"/>
                </a:lnTo>
                <a:lnTo>
                  <a:pt x="333769" y="840050"/>
                </a:lnTo>
                <a:lnTo>
                  <a:pt x="290617" y="828188"/>
                </a:lnTo>
                <a:lnTo>
                  <a:pt x="249428" y="812029"/>
                </a:lnTo>
                <a:lnTo>
                  <a:pt x="210460" y="791835"/>
                </a:lnTo>
                <a:lnTo>
                  <a:pt x="173973" y="767863"/>
                </a:lnTo>
                <a:lnTo>
                  <a:pt x="140225" y="740373"/>
                </a:lnTo>
                <a:lnTo>
                  <a:pt x="109477" y="709625"/>
                </a:lnTo>
                <a:lnTo>
                  <a:pt x="81988" y="675878"/>
                </a:lnTo>
                <a:lnTo>
                  <a:pt x="58016" y="639390"/>
                </a:lnTo>
                <a:lnTo>
                  <a:pt x="37821" y="600423"/>
                </a:lnTo>
                <a:lnTo>
                  <a:pt x="21663" y="559233"/>
                </a:lnTo>
                <a:lnTo>
                  <a:pt x="9800" y="516082"/>
                </a:lnTo>
                <a:lnTo>
                  <a:pt x="2492" y="471228"/>
                </a:lnTo>
                <a:lnTo>
                  <a:pt x="0" y="424942"/>
                </a:lnTo>
                <a:lnTo>
                  <a:pt x="2492" y="378628"/>
                </a:lnTo>
                <a:lnTo>
                  <a:pt x="9800" y="333771"/>
                </a:lnTo>
                <a:lnTo>
                  <a:pt x="21663" y="290617"/>
                </a:lnTo>
                <a:lnTo>
                  <a:pt x="37821" y="249426"/>
                </a:lnTo>
                <a:lnTo>
                  <a:pt x="58016" y="210457"/>
                </a:lnTo>
                <a:lnTo>
                  <a:pt x="81988" y="173969"/>
                </a:lnTo>
                <a:lnTo>
                  <a:pt x="109477" y="140222"/>
                </a:lnTo>
                <a:lnTo>
                  <a:pt x="140225" y="109474"/>
                </a:lnTo>
                <a:lnTo>
                  <a:pt x="173973" y="81985"/>
                </a:lnTo>
                <a:lnTo>
                  <a:pt x="210460" y="58014"/>
                </a:lnTo>
                <a:lnTo>
                  <a:pt x="249428" y="37820"/>
                </a:lnTo>
                <a:lnTo>
                  <a:pt x="290617" y="21662"/>
                </a:lnTo>
                <a:lnTo>
                  <a:pt x="333769" y="9800"/>
                </a:lnTo>
                <a:lnTo>
                  <a:pt x="378623" y="2492"/>
                </a:lnTo>
                <a:lnTo>
                  <a:pt x="424912" y="0"/>
                </a:lnTo>
                <a:lnTo>
                  <a:pt x="471224" y="2492"/>
                </a:lnTo>
                <a:lnTo>
                  <a:pt x="516082" y="9800"/>
                </a:lnTo>
                <a:lnTo>
                  <a:pt x="559236" y="21662"/>
                </a:lnTo>
                <a:lnTo>
                  <a:pt x="600426" y="37820"/>
                </a:lnTo>
                <a:lnTo>
                  <a:pt x="639395" y="58014"/>
                </a:lnTo>
                <a:lnTo>
                  <a:pt x="675882" y="81985"/>
                </a:lnTo>
                <a:lnTo>
                  <a:pt x="709628" y="109474"/>
                </a:lnTo>
                <a:lnTo>
                  <a:pt x="740374" y="140222"/>
                </a:lnTo>
                <a:lnTo>
                  <a:pt x="767862" y="173969"/>
                </a:lnTo>
                <a:lnTo>
                  <a:pt x="791832" y="210457"/>
                </a:lnTo>
                <a:lnTo>
                  <a:pt x="812025" y="249426"/>
                </a:lnTo>
                <a:lnTo>
                  <a:pt x="828181" y="290617"/>
                </a:lnTo>
                <a:lnTo>
                  <a:pt x="840042" y="333771"/>
                </a:lnTo>
                <a:lnTo>
                  <a:pt x="847349" y="378628"/>
                </a:lnTo>
                <a:lnTo>
                  <a:pt x="849842" y="424918"/>
                </a:lnTo>
                <a:lnTo>
                  <a:pt x="847349" y="471228"/>
                </a:lnTo>
                <a:lnTo>
                  <a:pt x="840042" y="516082"/>
                </a:lnTo>
                <a:lnTo>
                  <a:pt x="828181" y="559233"/>
                </a:lnTo>
                <a:lnTo>
                  <a:pt x="812025" y="600423"/>
                </a:lnTo>
                <a:lnTo>
                  <a:pt x="791832" y="639390"/>
                </a:lnTo>
                <a:lnTo>
                  <a:pt x="767862" y="675878"/>
                </a:lnTo>
                <a:lnTo>
                  <a:pt x="740374" y="709625"/>
                </a:lnTo>
                <a:lnTo>
                  <a:pt x="709628" y="740373"/>
                </a:lnTo>
                <a:lnTo>
                  <a:pt x="675882" y="767863"/>
                </a:lnTo>
                <a:lnTo>
                  <a:pt x="639395" y="791835"/>
                </a:lnTo>
                <a:lnTo>
                  <a:pt x="600426" y="812029"/>
                </a:lnTo>
                <a:lnTo>
                  <a:pt x="559236" y="828188"/>
                </a:lnTo>
                <a:lnTo>
                  <a:pt x="516082" y="840050"/>
                </a:lnTo>
                <a:lnTo>
                  <a:pt x="471224" y="847358"/>
                </a:lnTo>
                <a:lnTo>
                  <a:pt x="424977" y="849848"/>
                </a:lnTo>
                <a:close/>
              </a:path>
            </a:pathLst>
          </a:custGeom>
          <a:solidFill>
            <a:srgbClr val="003873"/>
          </a:solidFill>
        </p:spPr>
        <p:txBody>
          <a:bodyPr wrap="square" lIns="0" tIns="0" rIns="0" bIns="0" rtlCol="0"/>
          <a:lstStyle/>
          <a:p>
            <a:endParaRPr/>
          </a:p>
        </p:txBody>
      </p:sp>
      <p:sp>
        <p:nvSpPr>
          <p:cNvPr id="4" name="object 4"/>
          <p:cNvSpPr/>
          <p:nvPr/>
        </p:nvSpPr>
        <p:spPr>
          <a:xfrm>
            <a:off x="3121060" y="3768547"/>
            <a:ext cx="850265" cy="850265"/>
          </a:xfrm>
          <a:custGeom>
            <a:avLst/>
            <a:gdLst/>
            <a:ahLst/>
            <a:cxnLst/>
            <a:rect l="l" t="t" r="r" b="b"/>
            <a:pathLst>
              <a:path w="850264" h="850264">
                <a:moveTo>
                  <a:pt x="424921" y="849843"/>
                </a:moveTo>
                <a:lnTo>
                  <a:pt x="378618" y="847350"/>
                </a:lnTo>
                <a:lnTo>
                  <a:pt x="333760" y="840043"/>
                </a:lnTo>
                <a:lnTo>
                  <a:pt x="290606" y="828182"/>
                </a:lnTo>
                <a:lnTo>
                  <a:pt x="249415" y="812025"/>
                </a:lnTo>
                <a:lnTo>
                  <a:pt x="210447" y="791833"/>
                </a:lnTo>
                <a:lnTo>
                  <a:pt x="173960" y="767863"/>
                </a:lnTo>
                <a:lnTo>
                  <a:pt x="140213" y="740375"/>
                </a:lnTo>
                <a:lnTo>
                  <a:pt x="109467" y="709629"/>
                </a:lnTo>
                <a:lnTo>
                  <a:pt x="81979" y="675882"/>
                </a:lnTo>
                <a:lnTo>
                  <a:pt x="58009" y="639395"/>
                </a:lnTo>
                <a:lnTo>
                  <a:pt x="37817" y="600427"/>
                </a:lnTo>
                <a:lnTo>
                  <a:pt x="21660" y="559236"/>
                </a:lnTo>
                <a:lnTo>
                  <a:pt x="9799" y="516082"/>
                </a:lnTo>
                <a:lnTo>
                  <a:pt x="2492" y="471224"/>
                </a:lnTo>
                <a:lnTo>
                  <a:pt x="0" y="424921"/>
                </a:lnTo>
                <a:lnTo>
                  <a:pt x="2492" y="378623"/>
                </a:lnTo>
                <a:lnTo>
                  <a:pt x="9799" y="333769"/>
                </a:lnTo>
                <a:lnTo>
                  <a:pt x="21660" y="290618"/>
                </a:lnTo>
                <a:lnTo>
                  <a:pt x="37817" y="249428"/>
                </a:lnTo>
                <a:lnTo>
                  <a:pt x="58009" y="210461"/>
                </a:lnTo>
                <a:lnTo>
                  <a:pt x="81979" y="173973"/>
                </a:lnTo>
                <a:lnTo>
                  <a:pt x="109467" y="140226"/>
                </a:lnTo>
                <a:lnTo>
                  <a:pt x="140213" y="109478"/>
                </a:lnTo>
                <a:lnTo>
                  <a:pt x="173960" y="81988"/>
                </a:lnTo>
                <a:lnTo>
                  <a:pt x="210447" y="58016"/>
                </a:lnTo>
                <a:lnTo>
                  <a:pt x="249415" y="37822"/>
                </a:lnTo>
                <a:lnTo>
                  <a:pt x="290606" y="21663"/>
                </a:lnTo>
                <a:lnTo>
                  <a:pt x="333760" y="9801"/>
                </a:lnTo>
                <a:lnTo>
                  <a:pt x="378618" y="2493"/>
                </a:lnTo>
                <a:lnTo>
                  <a:pt x="424921" y="0"/>
                </a:lnTo>
                <a:lnTo>
                  <a:pt x="471218" y="2493"/>
                </a:lnTo>
                <a:lnTo>
                  <a:pt x="516073" y="9801"/>
                </a:lnTo>
                <a:lnTo>
                  <a:pt x="559224" y="21663"/>
                </a:lnTo>
                <a:lnTo>
                  <a:pt x="600413" y="37822"/>
                </a:lnTo>
                <a:lnTo>
                  <a:pt x="639381" y="58016"/>
                </a:lnTo>
                <a:lnTo>
                  <a:pt x="675869" y="81988"/>
                </a:lnTo>
                <a:lnTo>
                  <a:pt x="709616" y="109478"/>
                </a:lnTo>
                <a:lnTo>
                  <a:pt x="740364" y="140226"/>
                </a:lnTo>
                <a:lnTo>
                  <a:pt x="767854" y="173973"/>
                </a:lnTo>
                <a:lnTo>
                  <a:pt x="791825" y="210461"/>
                </a:lnTo>
                <a:lnTo>
                  <a:pt x="812020" y="249428"/>
                </a:lnTo>
                <a:lnTo>
                  <a:pt x="828178" y="290618"/>
                </a:lnTo>
                <a:lnTo>
                  <a:pt x="840041" y="333769"/>
                </a:lnTo>
                <a:lnTo>
                  <a:pt x="847349" y="378623"/>
                </a:lnTo>
                <a:lnTo>
                  <a:pt x="849842" y="424925"/>
                </a:lnTo>
                <a:lnTo>
                  <a:pt x="847349" y="471224"/>
                </a:lnTo>
                <a:lnTo>
                  <a:pt x="840041" y="516082"/>
                </a:lnTo>
                <a:lnTo>
                  <a:pt x="828178" y="559236"/>
                </a:lnTo>
                <a:lnTo>
                  <a:pt x="812020" y="600427"/>
                </a:lnTo>
                <a:lnTo>
                  <a:pt x="791825" y="639395"/>
                </a:lnTo>
                <a:lnTo>
                  <a:pt x="767854" y="675882"/>
                </a:lnTo>
                <a:lnTo>
                  <a:pt x="740364" y="709629"/>
                </a:lnTo>
                <a:lnTo>
                  <a:pt x="709616" y="740375"/>
                </a:lnTo>
                <a:lnTo>
                  <a:pt x="675869" y="767863"/>
                </a:lnTo>
                <a:lnTo>
                  <a:pt x="639381" y="791833"/>
                </a:lnTo>
                <a:lnTo>
                  <a:pt x="600413" y="812025"/>
                </a:lnTo>
                <a:lnTo>
                  <a:pt x="559224" y="828182"/>
                </a:lnTo>
                <a:lnTo>
                  <a:pt x="516073" y="840043"/>
                </a:lnTo>
                <a:lnTo>
                  <a:pt x="471218" y="847350"/>
                </a:lnTo>
                <a:lnTo>
                  <a:pt x="424921" y="849843"/>
                </a:lnTo>
                <a:close/>
              </a:path>
            </a:pathLst>
          </a:custGeom>
          <a:solidFill>
            <a:srgbClr val="003873"/>
          </a:solidFill>
        </p:spPr>
        <p:txBody>
          <a:bodyPr wrap="square" lIns="0" tIns="0" rIns="0" bIns="0" rtlCol="0"/>
          <a:lstStyle/>
          <a:p>
            <a:endParaRPr/>
          </a:p>
        </p:txBody>
      </p:sp>
      <p:sp>
        <p:nvSpPr>
          <p:cNvPr id="5" name="object 5"/>
          <p:cNvSpPr/>
          <p:nvPr/>
        </p:nvSpPr>
        <p:spPr>
          <a:xfrm>
            <a:off x="9915936" y="3756812"/>
            <a:ext cx="850265" cy="850265"/>
          </a:xfrm>
          <a:custGeom>
            <a:avLst/>
            <a:gdLst/>
            <a:ahLst/>
            <a:cxnLst/>
            <a:rect l="l" t="t" r="r" b="b"/>
            <a:pathLst>
              <a:path w="850265" h="850264">
                <a:moveTo>
                  <a:pt x="424921" y="849842"/>
                </a:moveTo>
                <a:lnTo>
                  <a:pt x="378623" y="847349"/>
                </a:lnTo>
                <a:lnTo>
                  <a:pt x="333769" y="840042"/>
                </a:lnTo>
                <a:lnTo>
                  <a:pt x="290617" y="828181"/>
                </a:lnTo>
                <a:lnTo>
                  <a:pt x="249428" y="812025"/>
                </a:lnTo>
                <a:lnTo>
                  <a:pt x="210460" y="791832"/>
                </a:lnTo>
                <a:lnTo>
                  <a:pt x="173973" y="767862"/>
                </a:lnTo>
                <a:lnTo>
                  <a:pt x="140225" y="740375"/>
                </a:lnTo>
                <a:lnTo>
                  <a:pt x="109477" y="709628"/>
                </a:lnTo>
                <a:lnTo>
                  <a:pt x="81988" y="675882"/>
                </a:lnTo>
                <a:lnTo>
                  <a:pt x="58016" y="639395"/>
                </a:lnTo>
                <a:lnTo>
                  <a:pt x="37821" y="600426"/>
                </a:lnTo>
                <a:lnTo>
                  <a:pt x="21663" y="559236"/>
                </a:lnTo>
                <a:lnTo>
                  <a:pt x="9800" y="516082"/>
                </a:lnTo>
                <a:lnTo>
                  <a:pt x="2492" y="471224"/>
                </a:lnTo>
                <a:lnTo>
                  <a:pt x="0" y="424933"/>
                </a:lnTo>
                <a:lnTo>
                  <a:pt x="2492" y="378623"/>
                </a:lnTo>
                <a:lnTo>
                  <a:pt x="9800" y="333769"/>
                </a:lnTo>
                <a:lnTo>
                  <a:pt x="21663" y="290617"/>
                </a:lnTo>
                <a:lnTo>
                  <a:pt x="37821" y="249428"/>
                </a:lnTo>
                <a:lnTo>
                  <a:pt x="58016" y="210460"/>
                </a:lnTo>
                <a:lnTo>
                  <a:pt x="81988" y="173973"/>
                </a:lnTo>
                <a:lnTo>
                  <a:pt x="109477" y="140225"/>
                </a:lnTo>
                <a:lnTo>
                  <a:pt x="140225" y="109477"/>
                </a:lnTo>
                <a:lnTo>
                  <a:pt x="173973" y="81988"/>
                </a:lnTo>
                <a:lnTo>
                  <a:pt x="210460" y="58016"/>
                </a:lnTo>
                <a:lnTo>
                  <a:pt x="249428" y="37821"/>
                </a:lnTo>
                <a:lnTo>
                  <a:pt x="290617" y="21663"/>
                </a:lnTo>
                <a:lnTo>
                  <a:pt x="333769" y="9800"/>
                </a:lnTo>
                <a:lnTo>
                  <a:pt x="378623" y="2492"/>
                </a:lnTo>
                <a:lnTo>
                  <a:pt x="424910" y="0"/>
                </a:lnTo>
                <a:lnTo>
                  <a:pt x="471224" y="2492"/>
                </a:lnTo>
                <a:lnTo>
                  <a:pt x="516082" y="9800"/>
                </a:lnTo>
                <a:lnTo>
                  <a:pt x="559236" y="21663"/>
                </a:lnTo>
                <a:lnTo>
                  <a:pt x="600426" y="37821"/>
                </a:lnTo>
                <a:lnTo>
                  <a:pt x="639395" y="58016"/>
                </a:lnTo>
                <a:lnTo>
                  <a:pt x="675882" y="81988"/>
                </a:lnTo>
                <a:lnTo>
                  <a:pt x="709628" y="109477"/>
                </a:lnTo>
                <a:lnTo>
                  <a:pt x="740374" y="140225"/>
                </a:lnTo>
                <a:lnTo>
                  <a:pt x="767862" y="173973"/>
                </a:lnTo>
                <a:lnTo>
                  <a:pt x="791832" y="210460"/>
                </a:lnTo>
                <a:lnTo>
                  <a:pt x="812025" y="249428"/>
                </a:lnTo>
                <a:lnTo>
                  <a:pt x="828181" y="290617"/>
                </a:lnTo>
                <a:lnTo>
                  <a:pt x="840042" y="333769"/>
                </a:lnTo>
                <a:lnTo>
                  <a:pt x="847349" y="378623"/>
                </a:lnTo>
                <a:lnTo>
                  <a:pt x="849842" y="424908"/>
                </a:lnTo>
                <a:lnTo>
                  <a:pt x="847349" y="471224"/>
                </a:lnTo>
                <a:lnTo>
                  <a:pt x="840042" y="516082"/>
                </a:lnTo>
                <a:lnTo>
                  <a:pt x="828181" y="559236"/>
                </a:lnTo>
                <a:lnTo>
                  <a:pt x="812025" y="600426"/>
                </a:lnTo>
                <a:lnTo>
                  <a:pt x="791832" y="639395"/>
                </a:lnTo>
                <a:lnTo>
                  <a:pt x="767862" y="675882"/>
                </a:lnTo>
                <a:lnTo>
                  <a:pt x="740374" y="709628"/>
                </a:lnTo>
                <a:lnTo>
                  <a:pt x="709628" y="740375"/>
                </a:lnTo>
                <a:lnTo>
                  <a:pt x="675882" y="767862"/>
                </a:lnTo>
                <a:lnTo>
                  <a:pt x="639395" y="791832"/>
                </a:lnTo>
                <a:lnTo>
                  <a:pt x="600426" y="812025"/>
                </a:lnTo>
                <a:lnTo>
                  <a:pt x="559236" y="828181"/>
                </a:lnTo>
                <a:lnTo>
                  <a:pt x="516082" y="840042"/>
                </a:lnTo>
                <a:lnTo>
                  <a:pt x="471224" y="847349"/>
                </a:lnTo>
                <a:lnTo>
                  <a:pt x="424921" y="849842"/>
                </a:lnTo>
                <a:close/>
              </a:path>
            </a:pathLst>
          </a:custGeom>
          <a:solidFill>
            <a:srgbClr val="003873"/>
          </a:solidFill>
        </p:spPr>
        <p:txBody>
          <a:bodyPr wrap="square" lIns="0" tIns="0" rIns="0" bIns="0" rtlCol="0"/>
          <a:lstStyle/>
          <a:p>
            <a:endParaRPr/>
          </a:p>
        </p:txBody>
      </p:sp>
      <p:sp>
        <p:nvSpPr>
          <p:cNvPr id="6" name="object 6"/>
          <p:cNvSpPr/>
          <p:nvPr/>
        </p:nvSpPr>
        <p:spPr>
          <a:xfrm>
            <a:off x="3121060" y="4723302"/>
            <a:ext cx="850265" cy="850265"/>
          </a:xfrm>
          <a:custGeom>
            <a:avLst/>
            <a:gdLst/>
            <a:ahLst/>
            <a:cxnLst/>
            <a:rect l="l" t="t" r="r" b="b"/>
            <a:pathLst>
              <a:path w="850264" h="850264">
                <a:moveTo>
                  <a:pt x="425373" y="849849"/>
                </a:moveTo>
                <a:lnTo>
                  <a:pt x="424468" y="849849"/>
                </a:lnTo>
                <a:lnTo>
                  <a:pt x="378618" y="847380"/>
                </a:lnTo>
                <a:lnTo>
                  <a:pt x="333760" y="840072"/>
                </a:lnTo>
                <a:lnTo>
                  <a:pt x="290606" y="828209"/>
                </a:lnTo>
                <a:lnTo>
                  <a:pt x="249415" y="812051"/>
                </a:lnTo>
                <a:lnTo>
                  <a:pt x="210447" y="791856"/>
                </a:lnTo>
                <a:lnTo>
                  <a:pt x="173960" y="767885"/>
                </a:lnTo>
                <a:lnTo>
                  <a:pt x="140213" y="740395"/>
                </a:lnTo>
                <a:lnTo>
                  <a:pt x="109467" y="709647"/>
                </a:lnTo>
                <a:lnTo>
                  <a:pt x="81979" y="675900"/>
                </a:lnTo>
                <a:lnTo>
                  <a:pt x="58009" y="639412"/>
                </a:lnTo>
                <a:lnTo>
                  <a:pt x="37817" y="600444"/>
                </a:lnTo>
                <a:lnTo>
                  <a:pt x="21660" y="559255"/>
                </a:lnTo>
                <a:lnTo>
                  <a:pt x="9799" y="516104"/>
                </a:lnTo>
                <a:lnTo>
                  <a:pt x="2492" y="471249"/>
                </a:lnTo>
                <a:lnTo>
                  <a:pt x="0" y="424952"/>
                </a:lnTo>
                <a:lnTo>
                  <a:pt x="2492" y="378648"/>
                </a:lnTo>
                <a:lnTo>
                  <a:pt x="9799" y="333789"/>
                </a:lnTo>
                <a:lnTo>
                  <a:pt x="21660" y="290633"/>
                </a:lnTo>
                <a:lnTo>
                  <a:pt x="37817" y="249440"/>
                </a:lnTo>
                <a:lnTo>
                  <a:pt x="58009" y="210470"/>
                </a:lnTo>
                <a:lnTo>
                  <a:pt x="81979" y="173980"/>
                </a:lnTo>
                <a:lnTo>
                  <a:pt x="109467" y="140231"/>
                </a:lnTo>
                <a:lnTo>
                  <a:pt x="140213" y="109481"/>
                </a:lnTo>
                <a:lnTo>
                  <a:pt x="173960" y="81990"/>
                </a:lnTo>
                <a:lnTo>
                  <a:pt x="210447" y="58018"/>
                </a:lnTo>
                <a:lnTo>
                  <a:pt x="249415" y="37822"/>
                </a:lnTo>
                <a:lnTo>
                  <a:pt x="290606" y="21664"/>
                </a:lnTo>
                <a:lnTo>
                  <a:pt x="333760" y="9801"/>
                </a:lnTo>
                <a:lnTo>
                  <a:pt x="378618" y="2493"/>
                </a:lnTo>
                <a:lnTo>
                  <a:pt x="424921" y="0"/>
                </a:lnTo>
                <a:lnTo>
                  <a:pt x="471218" y="2493"/>
                </a:lnTo>
                <a:lnTo>
                  <a:pt x="516073" y="9801"/>
                </a:lnTo>
                <a:lnTo>
                  <a:pt x="559224" y="21664"/>
                </a:lnTo>
                <a:lnTo>
                  <a:pt x="600413" y="37822"/>
                </a:lnTo>
                <a:lnTo>
                  <a:pt x="639381" y="58018"/>
                </a:lnTo>
                <a:lnTo>
                  <a:pt x="675869" y="81990"/>
                </a:lnTo>
                <a:lnTo>
                  <a:pt x="709616" y="109481"/>
                </a:lnTo>
                <a:lnTo>
                  <a:pt x="740364" y="140231"/>
                </a:lnTo>
                <a:lnTo>
                  <a:pt x="767854" y="173980"/>
                </a:lnTo>
                <a:lnTo>
                  <a:pt x="791825" y="210470"/>
                </a:lnTo>
                <a:lnTo>
                  <a:pt x="812020" y="249440"/>
                </a:lnTo>
                <a:lnTo>
                  <a:pt x="828178" y="290633"/>
                </a:lnTo>
                <a:lnTo>
                  <a:pt x="840041" y="333789"/>
                </a:lnTo>
                <a:lnTo>
                  <a:pt x="847349" y="378648"/>
                </a:lnTo>
                <a:lnTo>
                  <a:pt x="849842" y="424956"/>
                </a:lnTo>
                <a:lnTo>
                  <a:pt x="847349" y="471249"/>
                </a:lnTo>
                <a:lnTo>
                  <a:pt x="840041" y="516104"/>
                </a:lnTo>
                <a:lnTo>
                  <a:pt x="828178" y="559255"/>
                </a:lnTo>
                <a:lnTo>
                  <a:pt x="812020" y="600444"/>
                </a:lnTo>
                <a:lnTo>
                  <a:pt x="791825" y="639412"/>
                </a:lnTo>
                <a:lnTo>
                  <a:pt x="767854" y="675900"/>
                </a:lnTo>
                <a:lnTo>
                  <a:pt x="740364" y="709647"/>
                </a:lnTo>
                <a:lnTo>
                  <a:pt x="709616" y="740395"/>
                </a:lnTo>
                <a:lnTo>
                  <a:pt x="675869" y="767885"/>
                </a:lnTo>
                <a:lnTo>
                  <a:pt x="639381" y="791856"/>
                </a:lnTo>
                <a:lnTo>
                  <a:pt x="600413" y="812051"/>
                </a:lnTo>
                <a:lnTo>
                  <a:pt x="559224" y="828209"/>
                </a:lnTo>
                <a:lnTo>
                  <a:pt x="516073" y="840072"/>
                </a:lnTo>
                <a:lnTo>
                  <a:pt x="471218" y="847380"/>
                </a:lnTo>
                <a:lnTo>
                  <a:pt x="425373" y="849849"/>
                </a:lnTo>
                <a:close/>
              </a:path>
            </a:pathLst>
          </a:custGeom>
          <a:solidFill>
            <a:srgbClr val="003873"/>
          </a:solidFill>
        </p:spPr>
        <p:txBody>
          <a:bodyPr wrap="square" lIns="0" tIns="0" rIns="0" bIns="0" rtlCol="0"/>
          <a:lstStyle/>
          <a:p>
            <a:endParaRPr/>
          </a:p>
        </p:txBody>
      </p:sp>
      <p:sp>
        <p:nvSpPr>
          <p:cNvPr id="7" name="object 7"/>
          <p:cNvSpPr/>
          <p:nvPr/>
        </p:nvSpPr>
        <p:spPr>
          <a:xfrm>
            <a:off x="9915936" y="4711598"/>
            <a:ext cx="850265" cy="850265"/>
          </a:xfrm>
          <a:custGeom>
            <a:avLst/>
            <a:gdLst/>
            <a:ahLst/>
            <a:cxnLst/>
            <a:rect l="l" t="t" r="r" b="b"/>
            <a:pathLst>
              <a:path w="850265" h="850264">
                <a:moveTo>
                  <a:pt x="424921" y="849843"/>
                </a:moveTo>
                <a:lnTo>
                  <a:pt x="378623" y="847349"/>
                </a:lnTo>
                <a:lnTo>
                  <a:pt x="333769" y="840041"/>
                </a:lnTo>
                <a:lnTo>
                  <a:pt x="290617" y="828179"/>
                </a:lnTo>
                <a:lnTo>
                  <a:pt x="249428" y="812020"/>
                </a:lnTo>
                <a:lnTo>
                  <a:pt x="210460" y="791826"/>
                </a:lnTo>
                <a:lnTo>
                  <a:pt x="173973" y="767854"/>
                </a:lnTo>
                <a:lnTo>
                  <a:pt x="140225" y="740364"/>
                </a:lnTo>
                <a:lnTo>
                  <a:pt x="109477" y="709616"/>
                </a:lnTo>
                <a:lnTo>
                  <a:pt x="81988" y="675869"/>
                </a:lnTo>
                <a:lnTo>
                  <a:pt x="58016" y="639382"/>
                </a:lnTo>
                <a:lnTo>
                  <a:pt x="37821" y="600414"/>
                </a:lnTo>
                <a:lnTo>
                  <a:pt x="21663" y="559224"/>
                </a:lnTo>
                <a:lnTo>
                  <a:pt x="9800" y="516073"/>
                </a:lnTo>
                <a:lnTo>
                  <a:pt x="2492" y="471219"/>
                </a:lnTo>
                <a:lnTo>
                  <a:pt x="0" y="424933"/>
                </a:lnTo>
                <a:lnTo>
                  <a:pt x="2492" y="378618"/>
                </a:lnTo>
                <a:lnTo>
                  <a:pt x="9800" y="333760"/>
                </a:lnTo>
                <a:lnTo>
                  <a:pt x="21663" y="290606"/>
                </a:lnTo>
                <a:lnTo>
                  <a:pt x="37821" y="249415"/>
                </a:lnTo>
                <a:lnTo>
                  <a:pt x="58016" y="210447"/>
                </a:lnTo>
                <a:lnTo>
                  <a:pt x="81988" y="173960"/>
                </a:lnTo>
                <a:lnTo>
                  <a:pt x="109477" y="140214"/>
                </a:lnTo>
                <a:lnTo>
                  <a:pt x="140225" y="109467"/>
                </a:lnTo>
                <a:lnTo>
                  <a:pt x="173973" y="81979"/>
                </a:lnTo>
                <a:lnTo>
                  <a:pt x="210460" y="58010"/>
                </a:lnTo>
                <a:lnTo>
                  <a:pt x="249428" y="37817"/>
                </a:lnTo>
                <a:lnTo>
                  <a:pt x="290617" y="21660"/>
                </a:lnTo>
                <a:lnTo>
                  <a:pt x="333769" y="9799"/>
                </a:lnTo>
                <a:lnTo>
                  <a:pt x="378623" y="2493"/>
                </a:lnTo>
                <a:lnTo>
                  <a:pt x="424918" y="0"/>
                </a:lnTo>
                <a:lnTo>
                  <a:pt x="471224" y="2493"/>
                </a:lnTo>
                <a:lnTo>
                  <a:pt x="516082" y="9799"/>
                </a:lnTo>
                <a:lnTo>
                  <a:pt x="559236" y="21660"/>
                </a:lnTo>
                <a:lnTo>
                  <a:pt x="600426" y="37817"/>
                </a:lnTo>
                <a:lnTo>
                  <a:pt x="639395" y="58010"/>
                </a:lnTo>
                <a:lnTo>
                  <a:pt x="675882" y="81979"/>
                </a:lnTo>
                <a:lnTo>
                  <a:pt x="709628" y="109467"/>
                </a:lnTo>
                <a:lnTo>
                  <a:pt x="740374" y="140214"/>
                </a:lnTo>
                <a:lnTo>
                  <a:pt x="767862" y="173960"/>
                </a:lnTo>
                <a:lnTo>
                  <a:pt x="791832" y="210447"/>
                </a:lnTo>
                <a:lnTo>
                  <a:pt x="812025" y="249415"/>
                </a:lnTo>
                <a:lnTo>
                  <a:pt x="828181" y="290606"/>
                </a:lnTo>
                <a:lnTo>
                  <a:pt x="840042" y="333760"/>
                </a:lnTo>
                <a:lnTo>
                  <a:pt x="847349" y="378618"/>
                </a:lnTo>
                <a:lnTo>
                  <a:pt x="849842" y="424909"/>
                </a:lnTo>
                <a:lnTo>
                  <a:pt x="847349" y="471219"/>
                </a:lnTo>
                <a:lnTo>
                  <a:pt x="840042" y="516073"/>
                </a:lnTo>
                <a:lnTo>
                  <a:pt x="828181" y="559224"/>
                </a:lnTo>
                <a:lnTo>
                  <a:pt x="812025" y="600414"/>
                </a:lnTo>
                <a:lnTo>
                  <a:pt x="791832" y="639382"/>
                </a:lnTo>
                <a:lnTo>
                  <a:pt x="767862" y="675869"/>
                </a:lnTo>
                <a:lnTo>
                  <a:pt x="740374" y="709616"/>
                </a:lnTo>
                <a:lnTo>
                  <a:pt x="709628" y="740364"/>
                </a:lnTo>
                <a:lnTo>
                  <a:pt x="675882" y="767854"/>
                </a:lnTo>
                <a:lnTo>
                  <a:pt x="639395" y="791826"/>
                </a:lnTo>
                <a:lnTo>
                  <a:pt x="600426" y="812020"/>
                </a:lnTo>
                <a:lnTo>
                  <a:pt x="559236" y="828179"/>
                </a:lnTo>
                <a:lnTo>
                  <a:pt x="516082" y="840041"/>
                </a:lnTo>
                <a:lnTo>
                  <a:pt x="471224" y="847349"/>
                </a:lnTo>
                <a:lnTo>
                  <a:pt x="424921" y="849843"/>
                </a:lnTo>
                <a:close/>
              </a:path>
            </a:pathLst>
          </a:custGeom>
          <a:solidFill>
            <a:srgbClr val="003873"/>
          </a:solidFill>
        </p:spPr>
        <p:txBody>
          <a:bodyPr wrap="square" lIns="0" tIns="0" rIns="0" bIns="0" rtlCol="0"/>
          <a:lstStyle/>
          <a:p>
            <a:endParaRPr/>
          </a:p>
        </p:txBody>
      </p:sp>
      <p:sp>
        <p:nvSpPr>
          <p:cNvPr id="8" name="object 8"/>
          <p:cNvSpPr/>
          <p:nvPr/>
        </p:nvSpPr>
        <p:spPr>
          <a:xfrm>
            <a:off x="3121060" y="5678088"/>
            <a:ext cx="850265" cy="850265"/>
          </a:xfrm>
          <a:custGeom>
            <a:avLst/>
            <a:gdLst/>
            <a:ahLst/>
            <a:cxnLst/>
            <a:rect l="l" t="t" r="r" b="b"/>
            <a:pathLst>
              <a:path w="850264" h="850265">
                <a:moveTo>
                  <a:pt x="424921" y="849843"/>
                </a:moveTo>
                <a:lnTo>
                  <a:pt x="378618" y="847349"/>
                </a:lnTo>
                <a:lnTo>
                  <a:pt x="333760" y="840041"/>
                </a:lnTo>
                <a:lnTo>
                  <a:pt x="290606" y="828179"/>
                </a:lnTo>
                <a:lnTo>
                  <a:pt x="249415" y="812020"/>
                </a:lnTo>
                <a:lnTo>
                  <a:pt x="210447" y="791826"/>
                </a:lnTo>
                <a:lnTo>
                  <a:pt x="173960" y="767854"/>
                </a:lnTo>
                <a:lnTo>
                  <a:pt x="140214" y="740364"/>
                </a:lnTo>
                <a:lnTo>
                  <a:pt x="109467" y="709616"/>
                </a:lnTo>
                <a:lnTo>
                  <a:pt x="81979" y="675869"/>
                </a:lnTo>
                <a:lnTo>
                  <a:pt x="58009" y="639382"/>
                </a:lnTo>
                <a:lnTo>
                  <a:pt x="37817" y="600414"/>
                </a:lnTo>
                <a:lnTo>
                  <a:pt x="21660" y="559224"/>
                </a:lnTo>
                <a:lnTo>
                  <a:pt x="9799" y="516073"/>
                </a:lnTo>
                <a:lnTo>
                  <a:pt x="2492" y="471219"/>
                </a:lnTo>
                <a:lnTo>
                  <a:pt x="0" y="424925"/>
                </a:lnTo>
                <a:lnTo>
                  <a:pt x="2492" y="378618"/>
                </a:lnTo>
                <a:lnTo>
                  <a:pt x="9799" y="333760"/>
                </a:lnTo>
                <a:lnTo>
                  <a:pt x="21660" y="290606"/>
                </a:lnTo>
                <a:lnTo>
                  <a:pt x="37817" y="249415"/>
                </a:lnTo>
                <a:lnTo>
                  <a:pt x="58009" y="210447"/>
                </a:lnTo>
                <a:lnTo>
                  <a:pt x="81979" y="173960"/>
                </a:lnTo>
                <a:lnTo>
                  <a:pt x="109467" y="140214"/>
                </a:lnTo>
                <a:lnTo>
                  <a:pt x="140214" y="109467"/>
                </a:lnTo>
                <a:lnTo>
                  <a:pt x="173960" y="81979"/>
                </a:lnTo>
                <a:lnTo>
                  <a:pt x="210447" y="58010"/>
                </a:lnTo>
                <a:lnTo>
                  <a:pt x="249415" y="37817"/>
                </a:lnTo>
                <a:lnTo>
                  <a:pt x="290606" y="21660"/>
                </a:lnTo>
                <a:lnTo>
                  <a:pt x="333760" y="9799"/>
                </a:lnTo>
                <a:lnTo>
                  <a:pt x="378618" y="2492"/>
                </a:lnTo>
                <a:lnTo>
                  <a:pt x="424917" y="0"/>
                </a:lnTo>
                <a:lnTo>
                  <a:pt x="471219" y="2492"/>
                </a:lnTo>
                <a:lnTo>
                  <a:pt x="516073" y="9799"/>
                </a:lnTo>
                <a:lnTo>
                  <a:pt x="559224" y="21660"/>
                </a:lnTo>
                <a:lnTo>
                  <a:pt x="600414" y="37817"/>
                </a:lnTo>
                <a:lnTo>
                  <a:pt x="639382" y="58010"/>
                </a:lnTo>
                <a:lnTo>
                  <a:pt x="675869" y="81979"/>
                </a:lnTo>
                <a:lnTo>
                  <a:pt x="709616" y="109467"/>
                </a:lnTo>
                <a:lnTo>
                  <a:pt x="740364" y="140214"/>
                </a:lnTo>
                <a:lnTo>
                  <a:pt x="767854" y="173960"/>
                </a:lnTo>
                <a:lnTo>
                  <a:pt x="791826" y="210447"/>
                </a:lnTo>
                <a:lnTo>
                  <a:pt x="812020" y="249415"/>
                </a:lnTo>
                <a:lnTo>
                  <a:pt x="828179" y="290606"/>
                </a:lnTo>
                <a:lnTo>
                  <a:pt x="840041" y="333760"/>
                </a:lnTo>
                <a:lnTo>
                  <a:pt x="847349" y="378618"/>
                </a:lnTo>
                <a:lnTo>
                  <a:pt x="849842" y="424917"/>
                </a:lnTo>
                <a:lnTo>
                  <a:pt x="847349" y="471219"/>
                </a:lnTo>
                <a:lnTo>
                  <a:pt x="840041" y="516073"/>
                </a:lnTo>
                <a:lnTo>
                  <a:pt x="828179" y="559224"/>
                </a:lnTo>
                <a:lnTo>
                  <a:pt x="812020" y="600414"/>
                </a:lnTo>
                <a:lnTo>
                  <a:pt x="791826" y="639382"/>
                </a:lnTo>
                <a:lnTo>
                  <a:pt x="767854" y="675869"/>
                </a:lnTo>
                <a:lnTo>
                  <a:pt x="740364" y="709616"/>
                </a:lnTo>
                <a:lnTo>
                  <a:pt x="709616" y="740364"/>
                </a:lnTo>
                <a:lnTo>
                  <a:pt x="675869" y="767854"/>
                </a:lnTo>
                <a:lnTo>
                  <a:pt x="639382" y="791826"/>
                </a:lnTo>
                <a:lnTo>
                  <a:pt x="600414" y="812020"/>
                </a:lnTo>
                <a:lnTo>
                  <a:pt x="559224" y="828179"/>
                </a:lnTo>
                <a:lnTo>
                  <a:pt x="516073" y="840041"/>
                </a:lnTo>
                <a:lnTo>
                  <a:pt x="471219" y="847349"/>
                </a:lnTo>
                <a:lnTo>
                  <a:pt x="424921" y="849843"/>
                </a:lnTo>
                <a:close/>
              </a:path>
            </a:pathLst>
          </a:custGeom>
          <a:solidFill>
            <a:srgbClr val="003873"/>
          </a:solidFill>
        </p:spPr>
        <p:txBody>
          <a:bodyPr wrap="square" lIns="0" tIns="0" rIns="0" bIns="0" rtlCol="0"/>
          <a:lstStyle/>
          <a:p>
            <a:endParaRPr/>
          </a:p>
        </p:txBody>
      </p:sp>
      <p:sp>
        <p:nvSpPr>
          <p:cNvPr id="9" name="object 9"/>
          <p:cNvSpPr/>
          <p:nvPr/>
        </p:nvSpPr>
        <p:spPr>
          <a:xfrm>
            <a:off x="9915936" y="5666353"/>
            <a:ext cx="850265" cy="850265"/>
          </a:xfrm>
          <a:custGeom>
            <a:avLst/>
            <a:gdLst/>
            <a:ahLst/>
            <a:cxnLst/>
            <a:rect l="l" t="t" r="r" b="b"/>
            <a:pathLst>
              <a:path w="850265" h="850265">
                <a:moveTo>
                  <a:pt x="424921" y="849843"/>
                </a:moveTo>
                <a:lnTo>
                  <a:pt x="378623" y="847349"/>
                </a:lnTo>
                <a:lnTo>
                  <a:pt x="333769" y="840041"/>
                </a:lnTo>
                <a:lnTo>
                  <a:pt x="290617" y="828179"/>
                </a:lnTo>
                <a:lnTo>
                  <a:pt x="249428" y="812020"/>
                </a:lnTo>
                <a:lnTo>
                  <a:pt x="210460" y="791826"/>
                </a:lnTo>
                <a:lnTo>
                  <a:pt x="173973" y="767854"/>
                </a:lnTo>
                <a:lnTo>
                  <a:pt x="140225" y="740364"/>
                </a:lnTo>
                <a:lnTo>
                  <a:pt x="109477" y="709616"/>
                </a:lnTo>
                <a:lnTo>
                  <a:pt x="81988" y="675869"/>
                </a:lnTo>
                <a:lnTo>
                  <a:pt x="58016" y="639382"/>
                </a:lnTo>
                <a:lnTo>
                  <a:pt x="37821" y="600414"/>
                </a:lnTo>
                <a:lnTo>
                  <a:pt x="21663" y="559224"/>
                </a:lnTo>
                <a:lnTo>
                  <a:pt x="9800" y="516073"/>
                </a:lnTo>
                <a:lnTo>
                  <a:pt x="2492" y="471219"/>
                </a:lnTo>
                <a:lnTo>
                  <a:pt x="0" y="424933"/>
                </a:lnTo>
                <a:lnTo>
                  <a:pt x="2492" y="378623"/>
                </a:lnTo>
                <a:lnTo>
                  <a:pt x="9800" y="333769"/>
                </a:lnTo>
                <a:lnTo>
                  <a:pt x="21663" y="290618"/>
                </a:lnTo>
                <a:lnTo>
                  <a:pt x="37821" y="249428"/>
                </a:lnTo>
                <a:lnTo>
                  <a:pt x="58016" y="210460"/>
                </a:lnTo>
                <a:lnTo>
                  <a:pt x="81988" y="173973"/>
                </a:lnTo>
                <a:lnTo>
                  <a:pt x="109477" y="140226"/>
                </a:lnTo>
                <a:lnTo>
                  <a:pt x="140225" y="109478"/>
                </a:lnTo>
                <a:lnTo>
                  <a:pt x="173973" y="81988"/>
                </a:lnTo>
                <a:lnTo>
                  <a:pt x="210460" y="58016"/>
                </a:lnTo>
                <a:lnTo>
                  <a:pt x="249428" y="37822"/>
                </a:lnTo>
                <a:lnTo>
                  <a:pt x="290617" y="21663"/>
                </a:lnTo>
                <a:lnTo>
                  <a:pt x="333769" y="9801"/>
                </a:lnTo>
                <a:lnTo>
                  <a:pt x="378623" y="2493"/>
                </a:lnTo>
                <a:lnTo>
                  <a:pt x="424918" y="0"/>
                </a:lnTo>
                <a:lnTo>
                  <a:pt x="471224" y="2493"/>
                </a:lnTo>
                <a:lnTo>
                  <a:pt x="516082" y="9801"/>
                </a:lnTo>
                <a:lnTo>
                  <a:pt x="559236" y="21663"/>
                </a:lnTo>
                <a:lnTo>
                  <a:pt x="600426" y="37822"/>
                </a:lnTo>
                <a:lnTo>
                  <a:pt x="639395" y="58016"/>
                </a:lnTo>
                <a:lnTo>
                  <a:pt x="675882" y="81988"/>
                </a:lnTo>
                <a:lnTo>
                  <a:pt x="709628" y="109478"/>
                </a:lnTo>
                <a:lnTo>
                  <a:pt x="740374" y="140226"/>
                </a:lnTo>
                <a:lnTo>
                  <a:pt x="767862" y="173973"/>
                </a:lnTo>
                <a:lnTo>
                  <a:pt x="791832" y="210460"/>
                </a:lnTo>
                <a:lnTo>
                  <a:pt x="812025" y="249428"/>
                </a:lnTo>
                <a:lnTo>
                  <a:pt x="828181" y="290618"/>
                </a:lnTo>
                <a:lnTo>
                  <a:pt x="840042" y="333769"/>
                </a:lnTo>
                <a:lnTo>
                  <a:pt x="847349" y="378623"/>
                </a:lnTo>
                <a:lnTo>
                  <a:pt x="849842" y="424909"/>
                </a:lnTo>
                <a:lnTo>
                  <a:pt x="847349" y="471219"/>
                </a:lnTo>
                <a:lnTo>
                  <a:pt x="840042" y="516073"/>
                </a:lnTo>
                <a:lnTo>
                  <a:pt x="828181" y="559224"/>
                </a:lnTo>
                <a:lnTo>
                  <a:pt x="812025" y="600414"/>
                </a:lnTo>
                <a:lnTo>
                  <a:pt x="791832" y="639382"/>
                </a:lnTo>
                <a:lnTo>
                  <a:pt x="767862" y="675869"/>
                </a:lnTo>
                <a:lnTo>
                  <a:pt x="740374" y="709616"/>
                </a:lnTo>
                <a:lnTo>
                  <a:pt x="709628" y="740364"/>
                </a:lnTo>
                <a:lnTo>
                  <a:pt x="675882" y="767854"/>
                </a:lnTo>
                <a:lnTo>
                  <a:pt x="639395" y="791826"/>
                </a:lnTo>
                <a:lnTo>
                  <a:pt x="600426" y="812020"/>
                </a:lnTo>
                <a:lnTo>
                  <a:pt x="559236" y="828179"/>
                </a:lnTo>
                <a:lnTo>
                  <a:pt x="516082" y="840041"/>
                </a:lnTo>
                <a:lnTo>
                  <a:pt x="471224" y="847349"/>
                </a:lnTo>
                <a:lnTo>
                  <a:pt x="424921" y="849843"/>
                </a:lnTo>
                <a:close/>
              </a:path>
            </a:pathLst>
          </a:custGeom>
          <a:solidFill>
            <a:srgbClr val="003873"/>
          </a:solidFill>
        </p:spPr>
        <p:txBody>
          <a:bodyPr wrap="square" lIns="0" tIns="0" rIns="0" bIns="0" rtlCol="0"/>
          <a:lstStyle/>
          <a:p>
            <a:endParaRPr/>
          </a:p>
        </p:txBody>
      </p:sp>
      <p:sp>
        <p:nvSpPr>
          <p:cNvPr id="10" name="object 10"/>
          <p:cNvSpPr/>
          <p:nvPr/>
        </p:nvSpPr>
        <p:spPr>
          <a:xfrm>
            <a:off x="3121060" y="6632843"/>
            <a:ext cx="850265" cy="850265"/>
          </a:xfrm>
          <a:custGeom>
            <a:avLst/>
            <a:gdLst/>
            <a:ahLst/>
            <a:cxnLst/>
            <a:rect l="l" t="t" r="r" b="b"/>
            <a:pathLst>
              <a:path w="850264" h="850265">
                <a:moveTo>
                  <a:pt x="424921" y="849843"/>
                </a:moveTo>
                <a:lnTo>
                  <a:pt x="378618" y="847349"/>
                </a:lnTo>
                <a:lnTo>
                  <a:pt x="333760" y="840043"/>
                </a:lnTo>
                <a:lnTo>
                  <a:pt x="290606" y="828182"/>
                </a:lnTo>
                <a:lnTo>
                  <a:pt x="249415" y="812025"/>
                </a:lnTo>
                <a:lnTo>
                  <a:pt x="210447" y="791832"/>
                </a:lnTo>
                <a:lnTo>
                  <a:pt x="173960" y="767863"/>
                </a:lnTo>
                <a:lnTo>
                  <a:pt x="140214" y="740375"/>
                </a:lnTo>
                <a:lnTo>
                  <a:pt x="109467" y="709628"/>
                </a:lnTo>
                <a:lnTo>
                  <a:pt x="81979" y="675882"/>
                </a:lnTo>
                <a:lnTo>
                  <a:pt x="58009" y="639395"/>
                </a:lnTo>
                <a:lnTo>
                  <a:pt x="37817" y="600427"/>
                </a:lnTo>
                <a:lnTo>
                  <a:pt x="21660" y="559236"/>
                </a:lnTo>
                <a:lnTo>
                  <a:pt x="9799" y="516082"/>
                </a:lnTo>
                <a:lnTo>
                  <a:pt x="2492" y="471224"/>
                </a:lnTo>
                <a:lnTo>
                  <a:pt x="0" y="424925"/>
                </a:lnTo>
                <a:lnTo>
                  <a:pt x="2492" y="378623"/>
                </a:lnTo>
                <a:lnTo>
                  <a:pt x="9799" y="333769"/>
                </a:lnTo>
                <a:lnTo>
                  <a:pt x="21660" y="290618"/>
                </a:lnTo>
                <a:lnTo>
                  <a:pt x="37817" y="249428"/>
                </a:lnTo>
                <a:lnTo>
                  <a:pt x="58009" y="210460"/>
                </a:lnTo>
                <a:lnTo>
                  <a:pt x="81979" y="173973"/>
                </a:lnTo>
                <a:lnTo>
                  <a:pt x="109467" y="140226"/>
                </a:lnTo>
                <a:lnTo>
                  <a:pt x="140214" y="109478"/>
                </a:lnTo>
                <a:lnTo>
                  <a:pt x="173960" y="81988"/>
                </a:lnTo>
                <a:lnTo>
                  <a:pt x="210447" y="58016"/>
                </a:lnTo>
                <a:lnTo>
                  <a:pt x="249415" y="37822"/>
                </a:lnTo>
                <a:lnTo>
                  <a:pt x="290606" y="21663"/>
                </a:lnTo>
                <a:lnTo>
                  <a:pt x="333760" y="9801"/>
                </a:lnTo>
                <a:lnTo>
                  <a:pt x="378618" y="2493"/>
                </a:lnTo>
                <a:lnTo>
                  <a:pt x="424917" y="0"/>
                </a:lnTo>
                <a:lnTo>
                  <a:pt x="471219" y="2493"/>
                </a:lnTo>
                <a:lnTo>
                  <a:pt x="516073" y="9801"/>
                </a:lnTo>
                <a:lnTo>
                  <a:pt x="559224" y="21663"/>
                </a:lnTo>
                <a:lnTo>
                  <a:pt x="600414" y="37822"/>
                </a:lnTo>
                <a:lnTo>
                  <a:pt x="639382" y="58016"/>
                </a:lnTo>
                <a:lnTo>
                  <a:pt x="675869" y="81988"/>
                </a:lnTo>
                <a:lnTo>
                  <a:pt x="709616" y="109478"/>
                </a:lnTo>
                <a:lnTo>
                  <a:pt x="740364" y="140226"/>
                </a:lnTo>
                <a:lnTo>
                  <a:pt x="767854" y="173973"/>
                </a:lnTo>
                <a:lnTo>
                  <a:pt x="791826" y="210460"/>
                </a:lnTo>
                <a:lnTo>
                  <a:pt x="812020" y="249428"/>
                </a:lnTo>
                <a:lnTo>
                  <a:pt x="828179" y="290618"/>
                </a:lnTo>
                <a:lnTo>
                  <a:pt x="840041" y="333769"/>
                </a:lnTo>
                <a:lnTo>
                  <a:pt x="847349" y="378623"/>
                </a:lnTo>
                <a:lnTo>
                  <a:pt x="849842" y="424917"/>
                </a:lnTo>
                <a:lnTo>
                  <a:pt x="847349" y="471224"/>
                </a:lnTo>
                <a:lnTo>
                  <a:pt x="840041" y="516082"/>
                </a:lnTo>
                <a:lnTo>
                  <a:pt x="828179" y="559236"/>
                </a:lnTo>
                <a:lnTo>
                  <a:pt x="812020" y="600427"/>
                </a:lnTo>
                <a:lnTo>
                  <a:pt x="791826" y="639395"/>
                </a:lnTo>
                <a:lnTo>
                  <a:pt x="767854" y="675882"/>
                </a:lnTo>
                <a:lnTo>
                  <a:pt x="740364" y="709628"/>
                </a:lnTo>
                <a:lnTo>
                  <a:pt x="709616" y="740375"/>
                </a:lnTo>
                <a:lnTo>
                  <a:pt x="675869" y="767863"/>
                </a:lnTo>
                <a:lnTo>
                  <a:pt x="639382" y="791832"/>
                </a:lnTo>
                <a:lnTo>
                  <a:pt x="600414" y="812025"/>
                </a:lnTo>
                <a:lnTo>
                  <a:pt x="559224" y="828182"/>
                </a:lnTo>
                <a:lnTo>
                  <a:pt x="516073" y="840043"/>
                </a:lnTo>
                <a:lnTo>
                  <a:pt x="471219" y="847349"/>
                </a:lnTo>
                <a:lnTo>
                  <a:pt x="424921" y="849843"/>
                </a:lnTo>
                <a:close/>
              </a:path>
            </a:pathLst>
          </a:custGeom>
          <a:solidFill>
            <a:srgbClr val="003873"/>
          </a:solidFill>
        </p:spPr>
        <p:txBody>
          <a:bodyPr wrap="square" lIns="0" tIns="0" rIns="0" bIns="0" rtlCol="0"/>
          <a:lstStyle/>
          <a:p>
            <a:endParaRPr/>
          </a:p>
        </p:txBody>
      </p:sp>
      <p:sp>
        <p:nvSpPr>
          <p:cNvPr id="11" name="object 11"/>
          <p:cNvSpPr/>
          <p:nvPr/>
        </p:nvSpPr>
        <p:spPr>
          <a:xfrm>
            <a:off x="9915936" y="6621109"/>
            <a:ext cx="850265" cy="850265"/>
          </a:xfrm>
          <a:custGeom>
            <a:avLst/>
            <a:gdLst/>
            <a:ahLst/>
            <a:cxnLst/>
            <a:rect l="l" t="t" r="r" b="b"/>
            <a:pathLst>
              <a:path w="850265" h="850265">
                <a:moveTo>
                  <a:pt x="424921" y="849843"/>
                </a:moveTo>
                <a:lnTo>
                  <a:pt x="378623" y="847350"/>
                </a:lnTo>
                <a:lnTo>
                  <a:pt x="333769" y="840043"/>
                </a:lnTo>
                <a:lnTo>
                  <a:pt x="290617" y="828182"/>
                </a:lnTo>
                <a:lnTo>
                  <a:pt x="249428" y="812025"/>
                </a:lnTo>
                <a:lnTo>
                  <a:pt x="210460" y="791832"/>
                </a:lnTo>
                <a:lnTo>
                  <a:pt x="173973" y="767863"/>
                </a:lnTo>
                <a:lnTo>
                  <a:pt x="140225" y="740375"/>
                </a:lnTo>
                <a:lnTo>
                  <a:pt x="109477" y="709628"/>
                </a:lnTo>
                <a:lnTo>
                  <a:pt x="81988" y="675882"/>
                </a:lnTo>
                <a:lnTo>
                  <a:pt x="58016" y="639395"/>
                </a:lnTo>
                <a:lnTo>
                  <a:pt x="37821" y="600427"/>
                </a:lnTo>
                <a:lnTo>
                  <a:pt x="21663" y="559236"/>
                </a:lnTo>
                <a:lnTo>
                  <a:pt x="9800" y="516082"/>
                </a:lnTo>
                <a:lnTo>
                  <a:pt x="2492" y="471224"/>
                </a:lnTo>
                <a:lnTo>
                  <a:pt x="0" y="424933"/>
                </a:lnTo>
                <a:lnTo>
                  <a:pt x="2492" y="378623"/>
                </a:lnTo>
                <a:lnTo>
                  <a:pt x="9800" y="333769"/>
                </a:lnTo>
                <a:lnTo>
                  <a:pt x="21663" y="290618"/>
                </a:lnTo>
                <a:lnTo>
                  <a:pt x="37821" y="249428"/>
                </a:lnTo>
                <a:lnTo>
                  <a:pt x="58016" y="210460"/>
                </a:lnTo>
                <a:lnTo>
                  <a:pt x="81988" y="173973"/>
                </a:lnTo>
                <a:lnTo>
                  <a:pt x="109477" y="140226"/>
                </a:lnTo>
                <a:lnTo>
                  <a:pt x="140225" y="109478"/>
                </a:lnTo>
                <a:lnTo>
                  <a:pt x="173973" y="81988"/>
                </a:lnTo>
                <a:lnTo>
                  <a:pt x="210460" y="58016"/>
                </a:lnTo>
                <a:lnTo>
                  <a:pt x="249428" y="37822"/>
                </a:lnTo>
                <a:lnTo>
                  <a:pt x="290617" y="21663"/>
                </a:lnTo>
                <a:lnTo>
                  <a:pt x="333769" y="9801"/>
                </a:lnTo>
                <a:lnTo>
                  <a:pt x="378623" y="2493"/>
                </a:lnTo>
                <a:lnTo>
                  <a:pt x="424918" y="0"/>
                </a:lnTo>
                <a:lnTo>
                  <a:pt x="471224" y="2493"/>
                </a:lnTo>
                <a:lnTo>
                  <a:pt x="516082" y="9801"/>
                </a:lnTo>
                <a:lnTo>
                  <a:pt x="559236" y="21663"/>
                </a:lnTo>
                <a:lnTo>
                  <a:pt x="600426" y="37822"/>
                </a:lnTo>
                <a:lnTo>
                  <a:pt x="639395" y="58016"/>
                </a:lnTo>
                <a:lnTo>
                  <a:pt x="675882" y="81988"/>
                </a:lnTo>
                <a:lnTo>
                  <a:pt x="709628" y="109478"/>
                </a:lnTo>
                <a:lnTo>
                  <a:pt x="740374" y="140226"/>
                </a:lnTo>
                <a:lnTo>
                  <a:pt x="767862" y="173973"/>
                </a:lnTo>
                <a:lnTo>
                  <a:pt x="791832" y="210460"/>
                </a:lnTo>
                <a:lnTo>
                  <a:pt x="812025" y="249428"/>
                </a:lnTo>
                <a:lnTo>
                  <a:pt x="828181" y="290618"/>
                </a:lnTo>
                <a:lnTo>
                  <a:pt x="840042" y="333769"/>
                </a:lnTo>
                <a:lnTo>
                  <a:pt x="847349" y="378623"/>
                </a:lnTo>
                <a:lnTo>
                  <a:pt x="849842" y="424909"/>
                </a:lnTo>
                <a:lnTo>
                  <a:pt x="847349" y="471224"/>
                </a:lnTo>
                <a:lnTo>
                  <a:pt x="840042" y="516082"/>
                </a:lnTo>
                <a:lnTo>
                  <a:pt x="828181" y="559236"/>
                </a:lnTo>
                <a:lnTo>
                  <a:pt x="812025" y="600427"/>
                </a:lnTo>
                <a:lnTo>
                  <a:pt x="791832" y="639395"/>
                </a:lnTo>
                <a:lnTo>
                  <a:pt x="767862" y="675882"/>
                </a:lnTo>
                <a:lnTo>
                  <a:pt x="740374" y="709628"/>
                </a:lnTo>
                <a:lnTo>
                  <a:pt x="709628" y="740375"/>
                </a:lnTo>
                <a:lnTo>
                  <a:pt x="675882" y="767863"/>
                </a:lnTo>
                <a:lnTo>
                  <a:pt x="639395" y="791832"/>
                </a:lnTo>
                <a:lnTo>
                  <a:pt x="600426" y="812025"/>
                </a:lnTo>
                <a:lnTo>
                  <a:pt x="559236" y="828182"/>
                </a:lnTo>
                <a:lnTo>
                  <a:pt x="516082" y="840043"/>
                </a:lnTo>
                <a:lnTo>
                  <a:pt x="471224" y="847350"/>
                </a:lnTo>
                <a:lnTo>
                  <a:pt x="424921" y="849843"/>
                </a:lnTo>
                <a:close/>
              </a:path>
            </a:pathLst>
          </a:custGeom>
          <a:solidFill>
            <a:srgbClr val="003873"/>
          </a:solidFill>
        </p:spPr>
        <p:txBody>
          <a:bodyPr wrap="square" lIns="0" tIns="0" rIns="0" bIns="0" rtlCol="0"/>
          <a:lstStyle/>
          <a:p>
            <a:endParaRPr/>
          </a:p>
        </p:txBody>
      </p:sp>
      <p:sp>
        <p:nvSpPr>
          <p:cNvPr id="12" name="object 12"/>
          <p:cNvSpPr txBox="1">
            <a:spLocks noGrp="1"/>
          </p:cNvSpPr>
          <p:nvPr>
            <p:ph type="title"/>
          </p:nvPr>
        </p:nvSpPr>
        <p:spPr>
          <a:xfrm>
            <a:off x="1015999" y="1014094"/>
            <a:ext cx="2955325" cy="1028487"/>
          </a:xfrm>
          <a:prstGeom prst="rect">
            <a:avLst/>
          </a:prstGeom>
        </p:spPr>
        <p:txBody>
          <a:bodyPr vert="horz" wrap="square" lIns="0" tIns="12700" rIns="0" bIns="0" rtlCol="0">
            <a:spAutoFit/>
          </a:bodyPr>
          <a:lstStyle/>
          <a:p>
            <a:pPr marL="12700">
              <a:lnSpc>
                <a:spcPct val="100000"/>
              </a:lnSpc>
              <a:spcBef>
                <a:spcPts val="100"/>
              </a:spcBef>
            </a:pPr>
            <a:r>
              <a:rPr sz="6600" b="1" u="sng" spc="-505" dirty="0">
                <a:solidFill>
                  <a:srgbClr val="FF0000"/>
                </a:solidFill>
              </a:rPr>
              <a:t>I</a:t>
            </a:r>
            <a:r>
              <a:rPr sz="6600" b="1" u="sng" spc="-535" dirty="0">
                <a:solidFill>
                  <a:srgbClr val="FF0000"/>
                </a:solidFill>
              </a:rPr>
              <a:t>n</a:t>
            </a:r>
            <a:r>
              <a:rPr sz="6600" b="1" u="sng" spc="-540" dirty="0">
                <a:solidFill>
                  <a:srgbClr val="FF0000"/>
                </a:solidFill>
              </a:rPr>
              <a:t>d</a:t>
            </a:r>
            <a:r>
              <a:rPr sz="6600" b="1" u="sng" spc="-585" dirty="0">
                <a:solidFill>
                  <a:srgbClr val="FF0000"/>
                </a:solidFill>
              </a:rPr>
              <a:t>e</a:t>
            </a:r>
            <a:r>
              <a:rPr sz="6600" b="1" u="sng" spc="-940" dirty="0">
                <a:solidFill>
                  <a:srgbClr val="FF0000"/>
                </a:solidFill>
              </a:rPr>
              <a:t>x</a:t>
            </a:r>
            <a:endParaRPr sz="6600" b="1" u="sng" dirty="0">
              <a:solidFill>
                <a:srgbClr val="FF0000"/>
              </a:solidFill>
            </a:endParaRPr>
          </a:p>
        </p:txBody>
      </p:sp>
      <p:sp>
        <p:nvSpPr>
          <p:cNvPr id="13" name="object 13"/>
          <p:cNvSpPr txBox="1"/>
          <p:nvPr/>
        </p:nvSpPr>
        <p:spPr>
          <a:xfrm>
            <a:off x="3352800" y="3064084"/>
            <a:ext cx="6327588" cy="4158831"/>
          </a:xfrm>
          <a:prstGeom prst="rect">
            <a:avLst/>
          </a:prstGeom>
        </p:spPr>
        <p:txBody>
          <a:bodyPr vert="horz" wrap="square" lIns="0" tIns="16510" rIns="0" bIns="0" rtlCol="0">
            <a:spAutoFit/>
          </a:bodyPr>
          <a:lstStyle/>
          <a:p>
            <a:pPr marL="991235" indent="-915035">
              <a:lnSpc>
                <a:spcPct val="100000"/>
              </a:lnSpc>
              <a:spcBef>
                <a:spcPts val="130"/>
              </a:spcBef>
              <a:buClr>
                <a:srgbClr val="BAEF4B"/>
              </a:buClr>
              <a:buSzPct val="109836"/>
              <a:buFont typeface="Arial"/>
              <a:buAutoNum type="arabicPeriod"/>
              <a:tabLst>
                <a:tab pos="991235" algn="l"/>
                <a:tab pos="991869" algn="l"/>
              </a:tabLst>
            </a:pPr>
            <a:r>
              <a:rPr lang="en-IN" sz="3050" spc="135" dirty="0">
                <a:latin typeface="Arial"/>
                <a:cs typeface="Arial"/>
              </a:rPr>
              <a:t>Introduction </a:t>
            </a:r>
            <a:endParaRPr sz="3050" dirty="0">
              <a:latin typeface="Arial"/>
              <a:cs typeface="Arial"/>
            </a:endParaRPr>
          </a:p>
          <a:p>
            <a:pPr marL="991235" indent="-956944">
              <a:lnSpc>
                <a:spcPct val="100000"/>
              </a:lnSpc>
              <a:spcBef>
                <a:spcPts val="3479"/>
              </a:spcBef>
              <a:buClr>
                <a:srgbClr val="BAEF4B"/>
              </a:buClr>
              <a:buSzPct val="109836"/>
              <a:buFont typeface="Arial"/>
              <a:buAutoNum type="arabicPeriod"/>
              <a:tabLst>
                <a:tab pos="991235" algn="l"/>
                <a:tab pos="991869" algn="l"/>
              </a:tabLst>
            </a:pPr>
            <a:r>
              <a:rPr lang="en-IN" sz="3050" spc="60" dirty="0">
                <a:latin typeface="Arial"/>
                <a:cs typeface="Arial"/>
              </a:rPr>
              <a:t>Research gap</a:t>
            </a:r>
            <a:endParaRPr sz="3050" dirty="0">
              <a:latin typeface="Arial"/>
              <a:cs typeface="Arial"/>
            </a:endParaRPr>
          </a:p>
          <a:p>
            <a:pPr marL="991235" indent="-963930">
              <a:lnSpc>
                <a:spcPct val="100000"/>
              </a:lnSpc>
              <a:spcBef>
                <a:spcPts val="3390"/>
              </a:spcBef>
              <a:buClr>
                <a:srgbClr val="BAEF4B"/>
              </a:buClr>
              <a:buSzPct val="109836"/>
              <a:buFont typeface="Arial"/>
              <a:buAutoNum type="arabicPeriod"/>
              <a:tabLst>
                <a:tab pos="991235" algn="l"/>
                <a:tab pos="991869" algn="l"/>
              </a:tabLst>
            </a:pPr>
            <a:r>
              <a:rPr lang="en-IN" sz="3050" dirty="0">
                <a:latin typeface="Arial"/>
                <a:cs typeface="Arial"/>
              </a:rPr>
              <a:t>Objective of study</a:t>
            </a:r>
            <a:endParaRPr sz="3050" dirty="0">
              <a:latin typeface="Arial"/>
              <a:cs typeface="Arial"/>
            </a:endParaRPr>
          </a:p>
          <a:p>
            <a:pPr marL="991235" indent="-979169">
              <a:lnSpc>
                <a:spcPct val="100000"/>
              </a:lnSpc>
              <a:spcBef>
                <a:spcPts val="3604"/>
              </a:spcBef>
              <a:buClr>
                <a:srgbClr val="BAEF4B"/>
              </a:buClr>
              <a:buSzPct val="109836"/>
              <a:buFont typeface="Arial"/>
              <a:buAutoNum type="arabicPeriod"/>
              <a:tabLst>
                <a:tab pos="991235" algn="l"/>
                <a:tab pos="991869" algn="l"/>
              </a:tabLst>
            </a:pPr>
            <a:r>
              <a:rPr lang="en-IN" sz="3050" spc="130" dirty="0">
                <a:latin typeface="Arial"/>
                <a:cs typeface="Arial"/>
              </a:rPr>
              <a:t>Research methodology</a:t>
            </a:r>
            <a:endParaRPr sz="3050" dirty="0">
              <a:latin typeface="Arial"/>
              <a:cs typeface="Arial"/>
            </a:endParaRPr>
          </a:p>
          <a:p>
            <a:pPr marL="991235" indent="-973455">
              <a:lnSpc>
                <a:spcPct val="100000"/>
              </a:lnSpc>
              <a:spcBef>
                <a:spcPts val="3500"/>
              </a:spcBef>
              <a:buClr>
                <a:srgbClr val="BAEF4B"/>
              </a:buClr>
              <a:buSzPct val="109836"/>
              <a:buFont typeface="Arial"/>
              <a:buAutoNum type="arabicPeriod"/>
              <a:tabLst>
                <a:tab pos="991235" algn="l"/>
                <a:tab pos="991869" algn="l"/>
              </a:tabLst>
            </a:pPr>
            <a:r>
              <a:rPr lang="en-IN" sz="3050" spc="140" dirty="0">
                <a:latin typeface="Arial"/>
                <a:cs typeface="Arial"/>
              </a:rPr>
              <a:t>Sample size</a:t>
            </a:r>
            <a:endParaRPr sz="3050" dirty="0">
              <a:latin typeface="Arial"/>
              <a:cs typeface="Arial"/>
            </a:endParaRPr>
          </a:p>
        </p:txBody>
      </p:sp>
      <p:sp>
        <p:nvSpPr>
          <p:cNvPr id="14" name="object 14"/>
          <p:cNvSpPr txBox="1"/>
          <p:nvPr/>
        </p:nvSpPr>
        <p:spPr>
          <a:xfrm>
            <a:off x="10134600" y="3018890"/>
            <a:ext cx="5403215" cy="4358005"/>
          </a:xfrm>
          <a:prstGeom prst="rect">
            <a:avLst/>
          </a:prstGeom>
        </p:spPr>
        <p:txBody>
          <a:bodyPr vert="horz" wrap="square" lIns="0" tIns="16510" rIns="0" bIns="0" rtlCol="0">
            <a:spAutoFit/>
          </a:bodyPr>
          <a:lstStyle/>
          <a:p>
            <a:pPr marL="984885" indent="-970915">
              <a:lnSpc>
                <a:spcPct val="100000"/>
              </a:lnSpc>
              <a:spcBef>
                <a:spcPts val="130"/>
              </a:spcBef>
              <a:buClr>
                <a:srgbClr val="BAEF4B"/>
              </a:buClr>
              <a:buSzPct val="109836"/>
              <a:buFont typeface="Arial"/>
              <a:buAutoNum type="arabicPeriod" startAt="6"/>
              <a:tabLst>
                <a:tab pos="984885" algn="l"/>
                <a:tab pos="985519" algn="l"/>
              </a:tabLst>
            </a:pPr>
            <a:r>
              <a:rPr lang="en-IN" sz="3050" spc="125" dirty="0">
                <a:latin typeface="Arial"/>
                <a:cs typeface="Arial"/>
              </a:rPr>
              <a:t>Data analysis</a:t>
            </a:r>
            <a:endParaRPr sz="3050" dirty="0">
              <a:latin typeface="Arial"/>
              <a:cs typeface="Arial"/>
            </a:endParaRPr>
          </a:p>
          <a:p>
            <a:pPr marL="984885" indent="-948690">
              <a:lnSpc>
                <a:spcPct val="100000"/>
              </a:lnSpc>
              <a:spcBef>
                <a:spcPts val="3479"/>
              </a:spcBef>
              <a:buClr>
                <a:srgbClr val="BAEF4B"/>
              </a:buClr>
              <a:buSzPct val="109836"/>
              <a:buFont typeface="Arial"/>
              <a:buAutoNum type="arabicPeriod" startAt="6"/>
              <a:tabLst>
                <a:tab pos="984885" algn="l"/>
                <a:tab pos="985519" algn="l"/>
              </a:tabLst>
            </a:pPr>
            <a:r>
              <a:rPr lang="en-IN" sz="3050" dirty="0">
                <a:latin typeface="Arial"/>
                <a:cs typeface="Arial"/>
              </a:rPr>
              <a:t>Findings</a:t>
            </a:r>
            <a:endParaRPr sz="3050" dirty="0">
              <a:latin typeface="Arial"/>
              <a:cs typeface="Arial"/>
            </a:endParaRPr>
          </a:p>
          <a:p>
            <a:pPr marL="984885" indent="-972819">
              <a:lnSpc>
                <a:spcPct val="100000"/>
              </a:lnSpc>
              <a:spcBef>
                <a:spcPts val="3390"/>
              </a:spcBef>
              <a:buClr>
                <a:srgbClr val="BAEF4B"/>
              </a:buClr>
              <a:buSzPct val="109836"/>
              <a:buFont typeface="Arial"/>
              <a:buAutoNum type="arabicPeriod" startAt="6"/>
              <a:tabLst>
                <a:tab pos="984885" algn="l"/>
                <a:tab pos="985519" algn="l"/>
              </a:tabLst>
            </a:pPr>
            <a:r>
              <a:rPr lang="en-IN" sz="3050" spc="130" dirty="0">
                <a:latin typeface="Arial"/>
                <a:cs typeface="Arial"/>
              </a:rPr>
              <a:t>conclusion</a:t>
            </a:r>
            <a:endParaRPr sz="3050" dirty="0">
              <a:latin typeface="Arial"/>
              <a:cs typeface="Arial"/>
            </a:endParaRPr>
          </a:p>
          <a:p>
            <a:pPr marL="984885" indent="-965835">
              <a:lnSpc>
                <a:spcPct val="100000"/>
              </a:lnSpc>
              <a:spcBef>
                <a:spcPts val="3604"/>
              </a:spcBef>
              <a:buClr>
                <a:srgbClr val="BAEF4B"/>
              </a:buClr>
              <a:buSzPct val="109836"/>
              <a:buFont typeface="Arial"/>
              <a:buAutoNum type="arabicPeriod" startAt="6"/>
              <a:tabLst>
                <a:tab pos="984885" algn="l"/>
                <a:tab pos="985519" algn="l"/>
              </a:tabLst>
            </a:pPr>
            <a:r>
              <a:rPr lang="en-IN" sz="3050" spc="110" dirty="0">
                <a:latin typeface="Arial"/>
                <a:cs typeface="Arial"/>
              </a:rPr>
              <a:t>suggestion</a:t>
            </a:r>
            <a:endParaRPr sz="3050" dirty="0">
              <a:latin typeface="Arial"/>
              <a:cs typeface="Arial"/>
            </a:endParaRPr>
          </a:p>
          <a:p>
            <a:pPr marL="70485">
              <a:lnSpc>
                <a:spcPct val="100000"/>
              </a:lnSpc>
              <a:spcBef>
                <a:spcPts val="3500"/>
              </a:spcBef>
              <a:tabLst>
                <a:tab pos="984885" algn="l"/>
              </a:tabLst>
            </a:pPr>
            <a:r>
              <a:rPr sz="3350" b="1" spc="-130" dirty="0">
                <a:solidFill>
                  <a:srgbClr val="BAEF4B"/>
                </a:solidFill>
                <a:latin typeface="Arial"/>
                <a:cs typeface="Arial"/>
              </a:rPr>
              <a:t>10</a:t>
            </a:r>
            <a:r>
              <a:rPr lang="en-IN" sz="3350" b="1" spc="-130" dirty="0">
                <a:solidFill>
                  <a:srgbClr val="BAEF4B"/>
                </a:solidFill>
                <a:latin typeface="Arial"/>
                <a:cs typeface="Arial"/>
              </a:rPr>
              <a:t>    </a:t>
            </a:r>
            <a:r>
              <a:rPr lang="en-IN" sz="3350" spc="-130" dirty="0">
                <a:latin typeface="Arial"/>
                <a:cs typeface="Arial"/>
              </a:rPr>
              <a:t>reference</a:t>
            </a:r>
            <a:endParaRPr sz="3050" dirty="0">
              <a:latin typeface="Arial"/>
              <a:cs typeface="Arial"/>
            </a:endParaRPr>
          </a:p>
        </p:txBody>
      </p:sp>
      <p:grpSp>
        <p:nvGrpSpPr>
          <p:cNvPr id="15" name="object 15"/>
          <p:cNvGrpSpPr/>
          <p:nvPr/>
        </p:nvGrpSpPr>
        <p:grpSpPr>
          <a:xfrm>
            <a:off x="3098115" y="8828723"/>
            <a:ext cx="10494645" cy="888365"/>
            <a:chOff x="3733056" y="7766212"/>
            <a:chExt cx="10494645" cy="888365"/>
          </a:xfrm>
        </p:grpSpPr>
        <p:sp>
          <p:nvSpPr>
            <p:cNvPr id="16" name="object 16"/>
            <p:cNvSpPr/>
            <p:nvPr/>
          </p:nvSpPr>
          <p:spPr>
            <a:xfrm>
              <a:off x="3733056" y="8001548"/>
              <a:ext cx="10494645" cy="417830"/>
            </a:xfrm>
            <a:custGeom>
              <a:avLst/>
              <a:gdLst/>
              <a:ahLst/>
              <a:cxnLst/>
              <a:rect l="l" t="t" r="r" b="b"/>
              <a:pathLst>
                <a:path w="10494644" h="417829">
                  <a:moveTo>
                    <a:pt x="10417251" y="417454"/>
                  </a:moveTo>
                  <a:lnTo>
                    <a:pt x="241961" y="417454"/>
                  </a:lnTo>
                  <a:lnTo>
                    <a:pt x="192007" y="409864"/>
                  </a:lnTo>
                  <a:lnTo>
                    <a:pt x="147462" y="388357"/>
                  </a:lnTo>
                  <a:lnTo>
                    <a:pt x="111106" y="354819"/>
                  </a:lnTo>
                  <a:lnTo>
                    <a:pt x="85721" y="311139"/>
                  </a:lnTo>
                  <a:lnTo>
                    <a:pt x="4949" y="106314"/>
                  </a:lnTo>
                  <a:lnTo>
                    <a:pt x="0" y="69181"/>
                  </a:lnTo>
                  <a:lnTo>
                    <a:pt x="4301" y="50935"/>
                  </a:lnTo>
                  <a:lnTo>
                    <a:pt x="40934" y="9029"/>
                  </a:lnTo>
                  <a:lnTo>
                    <a:pt x="77308" y="0"/>
                  </a:lnTo>
                  <a:lnTo>
                    <a:pt x="10252598" y="0"/>
                  </a:lnTo>
                  <a:lnTo>
                    <a:pt x="10302552" y="7589"/>
                  </a:lnTo>
                  <a:lnTo>
                    <a:pt x="10347097" y="29096"/>
                  </a:lnTo>
                  <a:lnTo>
                    <a:pt x="10383453" y="62634"/>
                  </a:lnTo>
                  <a:lnTo>
                    <a:pt x="10408838" y="106314"/>
                  </a:lnTo>
                  <a:lnTo>
                    <a:pt x="10489610" y="311139"/>
                  </a:lnTo>
                  <a:lnTo>
                    <a:pt x="10494560" y="348283"/>
                  </a:lnTo>
                  <a:lnTo>
                    <a:pt x="10490258" y="366531"/>
                  </a:lnTo>
                  <a:lnTo>
                    <a:pt x="10453636" y="408424"/>
                  </a:lnTo>
                  <a:lnTo>
                    <a:pt x="10417251" y="417454"/>
                  </a:lnTo>
                  <a:close/>
                </a:path>
              </a:pathLst>
            </a:custGeom>
            <a:solidFill>
              <a:srgbClr val="003873"/>
            </a:solidFill>
          </p:spPr>
          <p:txBody>
            <a:bodyPr wrap="square" lIns="0" tIns="0" rIns="0" bIns="0" rtlCol="0"/>
            <a:lstStyle/>
            <a:p>
              <a:endParaRPr/>
            </a:p>
          </p:txBody>
        </p:sp>
        <p:sp>
          <p:nvSpPr>
            <p:cNvPr id="17" name="object 17"/>
            <p:cNvSpPr/>
            <p:nvPr/>
          </p:nvSpPr>
          <p:spPr>
            <a:xfrm>
              <a:off x="5461264" y="7766212"/>
              <a:ext cx="7038340" cy="888365"/>
            </a:xfrm>
            <a:custGeom>
              <a:avLst/>
              <a:gdLst/>
              <a:ahLst/>
              <a:cxnLst/>
              <a:rect l="l" t="t" r="r" b="b"/>
              <a:pathLst>
                <a:path w="7038340" h="888365">
                  <a:moveTo>
                    <a:pt x="6915747" y="888126"/>
                  </a:moveTo>
                  <a:lnTo>
                    <a:pt x="472702" y="888126"/>
                  </a:lnTo>
                  <a:lnTo>
                    <a:pt x="426716" y="884132"/>
                  </a:lnTo>
                  <a:lnTo>
                    <a:pt x="382912" y="872523"/>
                  </a:lnTo>
                  <a:lnTo>
                    <a:pt x="342110" y="853856"/>
                  </a:lnTo>
                  <a:lnTo>
                    <a:pt x="305131" y="828691"/>
                  </a:lnTo>
                  <a:lnTo>
                    <a:pt x="272794" y="797585"/>
                  </a:lnTo>
                  <a:lnTo>
                    <a:pt x="245919" y="761097"/>
                  </a:lnTo>
                  <a:lnTo>
                    <a:pt x="225327" y="719785"/>
                  </a:lnTo>
                  <a:lnTo>
                    <a:pt x="7821" y="168340"/>
                  </a:lnTo>
                  <a:lnTo>
                    <a:pt x="0" y="109522"/>
                  </a:lnTo>
                  <a:lnTo>
                    <a:pt x="6814" y="80635"/>
                  </a:lnTo>
                  <a:lnTo>
                    <a:pt x="40438" y="31233"/>
                  </a:lnTo>
                  <a:lnTo>
                    <a:pt x="92520" y="3678"/>
                  </a:lnTo>
                  <a:lnTo>
                    <a:pt x="122395" y="0"/>
                  </a:lnTo>
                  <a:lnTo>
                    <a:pt x="6565442" y="0"/>
                  </a:lnTo>
                  <a:lnTo>
                    <a:pt x="6611429" y="3993"/>
                  </a:lnTo>
                  <a:lnTo>
                    <a:pt x="6655237" y="15602"/>
                  </a:lnTo>
                  <a:lnTo>
                    <a:pt x="6696045" y="34269"/>
                  </a:lnTo>
                  <a:lnTo>
                    <a:pt x="6733031" y="59434"/>
                  </a:lnTo>
                  <a:lnTo>
                    <a:pt x="6765374" y="90540"/>
                  </a:lnTo>
                  <a:lnTo>
                    <a:pt x="6792253" y="127028"/>
                  </a:lnTo>
                  <a:lnTo>
                    <a:pt x="6812847" y="168340"/>
                  </a:lnTo>
                  <a:lnTo>
                    <a:pt x="7030321" y="719785"/>
                  </a:lnTo>
                  <a:lnTo>
                    <a:pt x="7038159" y="778603"/>
                  </a:lnTo>
                  <a:lnTo>
                    <a:pt x="7031346" y="807490"/>
                  </a:lnTo>
                  <a:lnTo>
                    <a:pt x="6997722" y="856905"/>
                  </a:lnTo>
                  <a:lnTo>
                    <a:pt x="6945636" y="884451"/>
                  </a:lnTo>
                  <a:lnTo>
                    <a:pt x="6915747" y="888126"/>
                  </a:lnTo>
                  <a:close/>
                </a:path>
              </a:pathLst>
            </a:custGeom>
            <a:solidFill>
              <a:srgbClr val="BAEF4B"/>
            </a:solidFill>
          </p:spPr>
          <p:txBody>
            <a:bodyPr wrap="square" lIns="0" tIns="0" rIns="0" bIns="0" rtlCol="0"/>
            <a:lstStyle/>
            <a:p>
              <a:endParaRPr/>
            </a:p>
          </p:txBody>
        </p:sp>
      </p:gr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02EA345-B865-D957-E7CF-421C5EEF3B8A}"/>
              </a:ext>
            </a:extLst>
          </p:cNvPr>
          <p:cNvSpPr txBox="1"/>
          <p:nvPr/>
        </p:nvSpPr>
        <p:spPr>
          <a:xfrm>
            <a:off x="457200" y="3013164"/>
            <a:ext cx="17373600" cy="6869188"/>
          </a:xfrm>
          <a:prstGeom prst="rect">
            <a:avLst/>
          </a:prstGeom>
          <a:noFill/>
        </p:spPr>
        <p:txBody>
          <a:bodyPr wrap="square" rtlCol="0">
            <a:spAutoFit/>
          </a:bodyPr>
          <a:lstStyle/>
          <a:p>
            <a:pPr marL="540385" marR="89535" algn="just">
              <a:lnSpc>
                <a:spcPct val="107000"/>
              </a:lnSpc>
              <a:spcAft>
                <a:spcPts val="800"/>
              </a:spcAft>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Technology plays a crucial role in the development of a country's economy by fostering innovation, increasing productivity, and creating new industries. It drives economic growth through increased efficiency in production processes, improved communication and transportation systems, and the creation of new products and services. Additionally, technology has the potential to bring about social and economic transformation by providing access to information and education, promoting entrepreneurship, and empowering marginalized communities. Therefore, the incorporation of technology in a count. It can drive economic growth, create jobs, improve productivity and efficiency, and enhance living standards.</a:t>
            </a:r>
          </a:p>
          <a:p>
            <a:pPr algn="just"/>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It helps to increase productivity, efficiency, and competitiveness in various sectors such as agriculture, manufacturing, and services. Technology also enables the creation of new industries and jobs, drives innovation, and provides access to new markets. Furthermore, technology can help address social and economic challenges, such as poverty, healthcare, and education. In order to fully reap the benefits of technology for economic development, countries must prioritize investment in  Technology plays a crucial role in the development of a country's economy by driving innovation and productivity. It helps in streamlining processes, reducing costs, increasing efficiency and opening up new markets. Technology also helps to create new industries and jobs, as well as improving access to education and healthcare</a:t>
            </a:r>
            <a:endParaRPr lang="en-IN" sz="2800" dirty="0">
              <a:latin typeface="Times New Roman" panose="02020603050405020304" pitchFamily="18" charset="0"/>
              <a:cs typeface="Times New Roman" panose="02020603050405020304" pitchFamily="18" charset="0"/>
            </a:endParaRPr>
          </a:p>
        </p:txBody>
      </p:sp>
      <p:sp>
        <p:nvSpPr>
          <p:cNvPr id="6" name="Rectangle: Single Corner Rounded 5">
            <a:extLst>
              <a:ext uri="{FF2B5EF4-FFF2-40B4-BE49-F238E27FC236}">
                <a16:creationId xmlns:a16="http://schemas.microsoft.com/office/drawing/2014/main" id="{A8207EE7-1AC1-F072-CD96-BD50897BC9F1}"/>
              </a:ext>
            </a:extLst>
          </p:cNvPr>
          <p:cNvSpPr/>
          <p:nvPr/>
        </p:nvSpPr>
        <p:spPr>
          <a:xfrm>
            <a:off x="609600" y="321053"/>
            <a:ext cx="17068800" cy="2133600"/>
          </a:xfrm>
          <a:prstGeom prst="round1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Single Corner Rounded 6">
            <a:extLst>
              <a:ext uri="{FF2B5EF4-FFF2-40B4-BE49-F238E27FC236}">
                <a16:creationId xmlns:a16="http://schemas.microsoft.com/office/drawing/2014/main" id="{E5C8DDFB-83A9-359E-FD99-95A7648AFF97}"/>
              </a:ext>
            </a:extLst>
          </p:cNvPr>
          <p:cNvSpPr/>
          <p:nvPr/>
        </p:nvSpPr>
        <p:spPr>
          <a:xfrm>
            <a:off x="990600" y="604006"/>
            <a:ext cx="16306800" cy="1567694"/>
          </a:xfrm>
          <a:prstGeom prst="round1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6F86F293-D6F5-6F6F-FD18-D920F0277227}"/>
              </a:ext>
            </a:extLst>
          </p:cNvPr>
          <p:cNvSpPr txBox="1"/>
          <p:nvPr/>
        </p:nvSpPr>
        <p:spPr>
          <a:xfrm>
            <a:off x="6096000" y="703183"/>
            <a:ext cx="8839200" cy="1200329"/>
          </a:xfrm>
          <a:prstGeom prst="rect">
            <a:avLst/>
          </a:prstGeom>
          <a:noFill/>
        </p:spPr>
        <p:txBody>
          <a:bodyPr wrap="square" rtlCol="0">
            <a:spAutoFit/>
          </a:bodyPr>
          <a:lstStyle/>
          <a:p>
            <a:r>
              <a:rPr lang="en-IN" sz="7200" b="1" u="sng" dirty="0">
                <a:solidFill>
                  <a:srgbClr val="FF0000"/>
                </a:solidFill>
                <a:latin typeface="Arial" panose="020B0604020202020204" pitchFamily="34" charset="0"/>
                <a:cs typeface="Arial" panose="020B0604020202020204" pitchFamily="34" charset="0"/>
              </a:rPr>
              <a:t>Introductions </a:t>
            </a:r>
          </a:p>
        </p:txBody>
      </p:sp>
    </p:spTree>
    <p:extLst>
      <p:ext uri="{BB962C8B-B14F-4D97-AF65-F5344CB8AC3E}">
        <p14:creationId xmlns:p14="http://schemas.microsoft.com/office/powerpoint/2010/main" val="2172462858"/>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E8A804-084F-EBE7-ED7B-ECA128FFFD90}"/>
              </a:ext>
            </a:extLst>
          </p:cNvPr>
          <p:cNvSpPr/>
          <p:nvPr/>
        </p:nvSpPr>
        <p:spPr>
          <a:xfrm>
            <a:off x="304800" y="419100"/>
            <a:ext cx="17678400" cy="12954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4E8FE02-BC7D-07C0-61BA-4685CD458417}"/>
              </a:ext>
            </a:extLst>
          </p:cNvPr>
          <p:cNvSpPr txBox="1"/>
          <p:nvPr/>
        </p:nvSpPr>
        <p:spPr>
          <a:xfrm>
            <a:off x="6164826" y="239661"/>
            <a:ext cx="9151374" cy="1200329"/>
          </a:xfrm>
          <a:prstGeom prst="rect">
            <a:avLst/>
          </a:prstGeom>
          <a:noFill/>
        </p:spPr>
        <p:txBody>
          <a:bodyPr wrap="square" rtlCol="0">
            <a:spAutoFit/>
          </a:bodyPr>
          <a:lstStyle/>
          <a:p>
            <a:r>
              <a:rPr lang="en-IN" sz="7200" b="1" u="sng" dirty="0">
                <a:solidFill>
                  <a:srgbClr val="FF0000"/>
                </a:solidFill>
              </a:rPr>
              <a:t>Literature review</a:t>
            </a:r>
          </a:p>
        </p:txBody>
      </p:sp>
      <p:sp>
        <p:nvSpPr>
          <p:cNvPr id="5" name="Rectangle 4">
            <a:extLst>
              <a:ext uri="{FF2B5EF4-FFF2-40B4-BE49-F238E27FC236}">
                <a16:creationId xmlns:a16="http://schemas.microsoft.com/office/drawing/2014/main" id="{18E990A6-745C-B26C-74EA-3263DEE57719}"/>
              </a:ext>
            </a:extLst>
          </p:cNvPr>
          <p:cNvSpPr/>
          <p:nvPr/>
        </p:nvSpPr>
        <p:spPr>
          <a:xfrm>
            <a:off x="304800" y="2019300"/>
            <a:ext cx="17678400" cy="78486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85D23929-FD5E-01C9-A545-3FAC8936F018}"/>
              </a:ext>
            </a:extLst>
          </p:cNvPr>
          <p:cNvSpPr txBox="1"/>
          <p:nvPr/>
        </p:nvSpPr>
        <p:spPr>
          <a:xfrm>
            <a:off x="685800" y="4229100"/>
            <a:ext cx="16306800" cy="5078313"/>
          </a:xfrm>
          <a:prstGeom prst="rect">
            <a:avLst/>
          </a:prstGeom>
          <a:noFill/>
        </p:spPr>
        <p:txBody>
          <a:bodyPr wrap="square" rtlCol="0">
            <a:spAutoFit/>
          </a:bodyPr>
          <a:lstStyle/>
          <a:p>
            <a:pPr marL="101600" lvl="0" algn="l" rtl="0">
              <a:spcBef>
                <a:spcPts val="0"/>
              </a:spcBef>
              <a:spcAft>
                <a:spcPts val="0"/>
              </a:spcAft>
              <a:buClr>
                <a:srgbClr val="FFFFFF"/>
              </a:buClr>
              <a:buSzPts val="2000"/>
            </a:pPr>
            <a:r>
              <a:rPr lang="en-US" sz="3600" dirty="0">
                <a:solidFill>
                  <a:srgbClr val="FFFFFF"/>
                </a:solidFill>
              </a:rPr>
              <a:t>1 As per my revive technology differences are explained inter activity in equality of the income of country. </a:t>
            </a:r>
          </a:p>
          <a:p>
            <a:pPr marL="101600" lvl="0" algn="l" rtl="0">
              <a:spcBef>
                <a:spcPts val="0"/>
              </a:spcBef>
              <a:spcAft>
                <a:spcPts val="0"/>
              </a:spcAft>
              <a:buClr>
                <a:srgbClr val="FFFFFF"/>
              </a:buClr>
              <a:buSzPts val="2000"/>
            </a:pPr>
            <a:r>
              <a:rPr lang="en-US" sz="3600" dirty="0">
                <a:solidFill>
                  <a:srgbClr val="FFFFFF"/>
                </a:solidFill>
              </a:rPr>
              <a:t>2 technology makes business and induvial to use technology more efficiently. </a:t>
            </a:r>
          </a:p>
          <a:p>
            <a:pPr marL="101600" lvl="0" algn="l" rtl="0">
              <a:spcBef>
                <a:spcPts val="0"/>
              </a:spcBef>
              <a:spcAft>
                <a:spcPts val="0"/>
              </a:spcAft>
              <a:buClr>
                <a:srgbClr val="FFFFFF"/>
              </a:buClr>
              <a:buSzPts val="2000"/>
            </a:pPr>
            <a:r>
              <a:rPr lang="en-US" sz="3600" dirty="0">
                <a:solidFill>
                  <a:srgbClr val="FFFFFF"/>
                </a:solidFill>
              </a:rPr>
              <a:t>3 technology advancements varying degree of both micro level and macro level, to achieve this goal, the volume of commodities and services generated in the society must be increased. </a:t>
            </a:r>
          </a:p>
          <a:p>
            <a:pPr marL="101600" lvl="0" algn="l" rtl="0">
              <a:spcBef>
                <a:spcPts val="0"/>
              </a:spcBef>
              <a:spcAft>
                <a:spcPts val="0"/>
              </a:spcAft>
              <a:buClr>
                <a:srgbClr val="FFFFFF"/>
              </a:buClr>
              <a:buSzPts val="2000"/>
            </a:pPr>
            <a:r>
              <a:rPr lang="en-US" sz="3600" dirty="0">
                <a:solidFill>
                  <a:srgbClr val="FFFFFF"/>
                </a:solidFill>
              </a:rPr>
              <a:t>4 technology is not only a means of increasing the riches and prosperity of nations, </a:t>
            </a:r>
          </a:p>
          <a:p>
            <a:pPr marL="101600" lvl="0" algn="l" rtl="0">
              <a:spcBef>
                <a:spcPts val="0"/>
              </a:spcBef>
              <a:spcAft>
                <a:spcPts val="0"/>
              </a:spcAft>
              <a:buClr>
                <a:srgbClr val="FFFFFF"/>
              </a:buClr>
              <a:buSzPts val="2000"/>
            </a:pPr>
            <a:r>
              <a:rPr lang="en-US" sz="3600" dirty="0">
                <a:solidFill>
                  <a:srgbClr val="FFFFFF"/>
                </a:solidFill>
              </a:rPr>
              <a:t> It also provides the people with the power to do things that they have not been able to achieve in the past because of technological advancements</a:t>
            </a:r>
            <a:endParaRPr lang="en-IN" sz="3600" dirty="0"/>
          </a:p>
        </p:txBody>
      </p:sp>
      <p:sp>
        <p:nvSpPr>
          <p:cNvPr id="10" name="TextBox 9">
            <a:extLst>
              <a:ext uri="{FF2B5EF4-FFF2-40B4-BE49-F238E27FC236}">
                <a16:creationId xmlns:a16="http://schemas.microsoft.com/office/drawing/2014/main" id="{EB08AE94-788F-7CC0-1419-755F5A8C21E1}"/>
              </a:ext>
            </a:extLst>
          </p:cNvPr>
          <p:cNvSpPr txBox="1"/>
          <p:nvPr/>
        </p:nvSpPr>
        <p:spPr>
          <a:xfrm>
            <a:off x="2964181" y="2450694"/>
            <a:ext cx="12268200" cy="1446550"/>
          </a:xfrm>
          <a:prstGeom prst="rect">
            <a:avLst/>
          </a:prstGeom>
          <a:noFill/>
        </p:spPr>
        <p:txBody>
          <a:bodyPr wrap="square" rtlCol="0">
            <a:spAutoFit/>
          </a:bodyPr>
          <a:lstStyle/>
          <a:p>
            <a:r>
              <a:rPr lang="en-GB" sz="4400" dirty="0">
                <a:solidFill>
                  <a:srgbClr val="FFFFFF"/>
                </a:solidFill>
              </a:rPr>
              <a:t>2.3.3 Ahmed Muayad Younus in their articles present ‘‘technological advancement and economic growth</a:t>
            </a:r>
            <a:endParaRPr lang="en-IN" sz="4400" dirty="0"/>
          </a:p>
        </p:txBody>
      </p:sp>
    </p:spTree>
    <p:extLst>
      <p:ext uri="{BB962C8B-B14F-4D97-AF65-F5344CB8AC3E}">
        <p14:creationId xmlns:p14="http://schemas.microsoft.com/office/powerpoint/2010/main" val="316025226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0"/>
            <a:ext cx="18287999" cy="3619500"/>
          </a:xfrm>
          <a:prstGeom prst="rect">
            <a:avLst/>
          </a:prstGeom>
          <a:blipFill>
            <a:blip r:embed="rId3" cstate="print"/>
            <a:stretch>
              <a:fillRect/>
            </a:stretch>
          </a:blipFill>
        </p:spPr>
        <p:txBody>
          <a:bodyPr wrap="square" lIns="0" tIns="0" rIns="0" bIns="0" rtlCol="0"/>
          <a:lstStyle/>
          <a:p>
            <a:endParaRPr dirty="0"/>
          </a:p>
        </p:txBody>
      </p:sp>
      <p:sp>
        <p:nvSpPr>
          <p:cNvPr id="10" name="Arrow: Right 9">
            <a:extLst>
              <a:ext uri="{FF2B5EF4-FFF2-40B4-BE49-F238E27FC236}">
                <a16:creationId xmlns:a16="http://schemas.microsoft.com/office/drawing/2014/main" id="{2AE12C75-256E-0036-852E-582DFE9DB7C2}"/>
              </a:ext>
            </a:extLst>
          </p:cNvPr>
          <p:cNvSpPr/>
          <p:nvPr/>
        </p:nvSpPr>
        <p:spPr>
          <a:xfrm>
            <a:off x="304800" y="436151"/>
            <a:ext cx="6629400" cy="2412505"/>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4A52A171-8752-5B60-071A-AFC075A554EB}"/>
              </a:ext>
            </a:extLst>
          </p:cNvPr>
          <p:cNvSpPr txBox="1"/>
          <p:nvPr/>
        </p:nvSpPr>
        <p:spPr>
          <a:xfrm>
            <a:off x="533400" y="876300"/>
            <a:ext cx="5181600" cy="1200329"/>
          </a:xfrm>
          <a:prstGeom prst="rect">
            <a:avLst/>
          </a:prstGeom>
          <a:noFill/>
        </p:spPr>
        <p:txBody>
          <a:bodyPr wrap="square" rtlCol="0">
            <a:spAutoFit/>
          </a:bodyPr>
          <a:lstStyle/>
          <a:p>
            <a:r>
              <a:rPr lang="en-IN" sz="7200" b="1" u="sng" dirty="0">
                <a:solidFill>
                  <a:srgbClr val="FF0000"/>
                </a:solidFill>
              </a:rPr>
              <a:t>Research gap</a:t>
            </a:r>
          </a:p>
        </p:txBody>
      </p:sp>
      <p:sp>
        <p:nvSpPr>
          <p:cNvPr id="2" name="TextBox 1">
            <a:extLst>
              <a:ext uri="{FF2B5EF4-FFF2-40B4-BE49-F238E27FC236}">
                <a16:creationId xmlns:a16="http://schemas.microsoft.com/office/drawing/2014/main" id="{EBD8A9C7-B276-4C76-C9CD-0200AFCE8A10}"/>
              </a:ext>
            </a:extLst>
          </p:cNvPr>
          <p:cNvSpPr txBox="1"/>
          <p:nvPr/>
        </p:nvSpPr>
        <p:spPr>
          <a:xfrm>
            <a:off x="304800" y="3696567"/>
            <a:ext cx="17678400" cy="6272871"/>
          </a:xfrm>
          <a:prstGeom prst="rect">
            <a:avLst/>
          </a:prstGeom>
          <a:noFill/>
        </p:spPr>
        <p:txBody>
          <a:bodyPr wrap="square" rtlCol="0">
            <a:spAutoFit/>
          </a:bodyPr>
          <a:lstStyle/>
          <a:p>
            <a:pPr marL="540385" marR="89535" algn="just">
              <a:lnSpc>
                <a:spcPct val="107000"/>
              </a:lnSpc>
              <a:spcAft>
                <a:spcPts val="800"/>
              </a:spcAft>
            </a:pP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Impact of technology on employment</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There is a need for further research to understand the effect of technology on employment in the Indian economy, particularly in the context of automation and the transition to a digital economy.</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540385" marR="89535" algn="just">
              <a:lnSpc>
                <a:spcPct val="107000"/>
              </a:lnSpc>
              <a:spcAft>
                <a:spcPts val="800"/>
              </a:spcAft>
            </a:pP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Technological innovation and entrepreneurship</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Despite the presence of a large pool of talented entrepreneurs and engineers in India, the country has yet to fully leverage its potential for technological innovation and entrepreneurship. Further research is needed to understand the barriers to entrepreneurship and innovation, and how these can be overcome.</a:t>
            </a:r>
            <a:endParaRPr lang="en-IN" sz="2800" dirty="0">
              <a:latin typeface="Calibri" panose="020F0502020204030204" pitchFamily="34" charset="0"/>
              <a:ea typeface="Calibri" panose="020F0502020204030204" pitchFamily="34" charset="0"/>
              <a:cs typeface="Times New Roman" panose="02020603050405020304" pitchFamily="18" charset="0"/>
            </a:endParaRPr>
          </a:p>
          <a:p>
            <a:pPr marL="540385" marR="89535" algn="just">
              <a:lnSpc>
                <a:spcPct val="107000"/>
              </a:lnSpc>
              <a:spcAft>
                <a:spcPts val="800"/>
              </a:spcAft>
            </a:pP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Bridging the digital divide</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India is a country of vast economic and social disparities, and the digital divide remains a significant challenge. Further research is needed to understand how technology can be leveraged to bridge this divide and ensure that the benefits of technology are accessible to all sections of society.</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IN" sz="2800" b="1" dirty="0">
                <a:effectLst/>
                <a:latin typeface="Times New Roman" panose="02020603050405020304" pitchFamily="18" charset="0"/>
                <a:ea typeface="Calibri" panose="020F0502020204030204" pitchFamily="34" charset="0"/>
              </a:rPr>
              <a:t>      Public-private partnerships</a:t>
            </a:r>
            <a:r>
              <a:rPr lang="en-IN" sz="2800" dirty="0">
                <a:effectLst/>
                <a:latin typeface="Times New Roman" panose="02020603050405020304" pitchFamily="18" charset="0"/>
                <a:ea typeface="Calibri" panose="020F0502020204030204" pitchFamily="34" charset="0"/>
              </a:rPr>
              <a:t>: To truly leverage technology for economic growth, it is important to establish strong                public-private partnerships that encourage investment in technology, research and development, and innovation. Further research is needed to understand how these partnerships can be structured and optimized to drive growth in the technology sector</a:t>
            </a:r>
            <a:endParaRPr lang="en-IN" sz="2800" dirty="0"/>
          </a:p>
        </p:txBody>
      </p:sp>
    </p:spTree>
    <p:extLst>
      <p:ext uri="{BB962C8B-B14F-4D97-AF65-F5344CB8AC3E}">
        <p14:creationId xmlns:p14="http://schemas.microsoft.com/office/powerpoint/2010/main" val="53019426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0"/>
            <a:ext cx="18287999" cy="3619500"/>
          </a:xfrm>
          <a:prstGeom prst="rect">
            <a:avLst/>
          </a:prstGeom>
          <a:blipFill>
            <a:blip r:embed="rId3" cstate="print"/>
            <a:stretch>
              <a:fillRect/>
            </a:stretch>
          </a:blipFill>
        </p:spPr>
        <p:txBody>
          <a:bodyPr wrap="square" lIns="0" tIns="0" rIns="0" bIns="0" rtlCol="0"/>
          <a:lstStyle/>
          <a:p>
            <a:endParaRPr dirty="0"/>
          </a:p>
        </p:txBody>
      </p:sp>
      <p:sp>
        <p:nvSpPr>
          <p:cNvPr id="10" name="Arrow: Right 9">
            <a:extLst>
              <a:ext uri="{FF2B5EF4-FFF2-40B4-BE49-F238E27FC236}">
                <a16:creationId xmlns:a16="http://schemas.microsoft.com/office/drawing/2014/main" id="{2AE12C75-256E-0036-852E-582DFE9DB7C2}"/>
              </a:ext>
            </a:extLst>
          </p:cNvPr>
          <p:cNvSpPr/>
          <p:nvPr/>
        </p:nvSpPr>
        <p:spPr>
          <a:xfrm>
            <a:off x="304800" y="436151"/>
            <a:ext cx="6629400" cy="2412505"/>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4A52A171-8752-5B60-071A-AFC075A554EB}"/>
              </a:ext>
            </a:extLst>
          </p:cNvPr>
          <p:cNvSpPr txBox="1"/>
          <p:nvPr/>
        </p:nvSpPr>
        <p:spPr>
          <a:xfrm>
            <a:off x="533400" y="876300"/>
            <a:ext cx="5181600" cy="1200329"/>
          </a:xfrm>
          <a:prstGeom prst="rect">
            <a:avLst/>
          </a:prstGeom>
          <a:noFill/>
        </p:spPr>
        <p:txBody>
          <a:bodyPr wrap="square" rtlCol="0">
            <a:spAutoFit/>
          </a:bodyPr>
          <a:lstStyle/>
          <a:p>
            <a:r>
              <a:rPr lang="en-IN" sz="7200" b="1" u="sng" dirty="0">
                <a:solidFill>
                  <a:srgbClr val="FF0000"/>
                </a:solidFill>
              </a:rPr>
              <a:t>Research gap</a:t>
            </a:r>
          </a:p>
        </p:txBody>
      </p:sp>
      <p:sp>
        <p:nvSpPr>
          <p:cNvPr id="2" name="TextBox 1">
            <a:extLst>
              <a:ext uri="{FF2B5EF4-FFF2-40B4-BE49-F238E27FC236}">
                <a16:creationId xmlns:a16="http://schemas.microsoft.com/office/drawing/2014/main" id="{5BBAEA09-1DC8-18E5-BA20-CA874AFA5887}"/>
              </a:ext>
            </a:extLst>
          </p:cNvPr>
          <p:cNvSpPr txBox="1"/>
          <p:nvPr/>
        </p:nvSpPr>
        <p:spPr>
          <a:xfrm>
            <a:off x="304800" y="4000500"/>
            <a:ext cx="17602200" cy="5841984"/>
          </a:xfrm>
          <a:prstGeom prst="rect">
            <a:avLst/>
          </a:prstGeom>
          <a:noFill/>
        </p:spPr>
        <p:txBody>
          <a:bodyPr wrap="square" rtlCol="0">
            <a:spAutoFit/>
          </a:bodyPr>
          <a:lstStyle/>
          <a:p>
            <a:pPr marL="540385" marR="89535" algn="just">
              <a:lnSpc>
                <a:spcPct val="107000"/>
              </a:lnSpc>
              <a:spcAft>
                <a:spcPts val="800"/>
              </a:spcAft>
            </a:pP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Regulation of technology</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The rapid pace of technological change has raised important questions about the role of government in regulating and managing technology development in the country. Further research is needed to understand the impact of different regulatory frameworks on technology development, and how to ensure that regulations promote innovation while protecting public interests.</a:t>
            </a:r>
          </a:p>
          <a:p>
            <a:pPr marL="540385" marR="89535" algn="just">
              <a:lnSpc>
                <a:spcPct val="107000"/>
              </a:lnSpc>
              <a:spcAft>
                <a:spcPts val="800"/>
              </a:spcAft>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Technology-led entrepreneurship</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India is a hub for technology startups, but there is a need for more research to understand the factors that contribute to their success and what can be done to support their growth.</a:t>
            </a:r>
          </a:p>
          <a:p>
            <a:pPr marL="540385" marR="89535" algn="just">
              <a:lnSpc>
                <a:spcPct val="107000"/>
              </a:lnSpc>
              <a:spcAft>
                <a:spcPts val="800"/>
              </a:spcAft>
            </a:pP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Measuring the impact of technology</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There is a need for more robust methods to measure the impact of technology on the Indian economy. This includes not just its contribution to GDP, but also its impact on different sectors and the well-being of individuals.</a:t>
            </a:r>
          </a:p>
          <a:p>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Sustainability of technology development</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The rapid pace of technological change means that there is a need for research to understand how to ensure that the benefits of technology are sustained over the long-term, including its impact on the environment and natural resources</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4800" y="-38100"/>
            <a:ext cx="17068800" cy="10363200"/>
          </a:xfrm>
          <a:prstGeom prst="rect">
            <a:avLst/>
          </a:prstGeom>
          <a:blipFill>
            <a:blip r:embed="rId3" cstate="print"/>
            <a:stretch>
              <a:fillRect/>
            </a:stretch>
          </a:blipFill>
        </p:spPr>
        <p:txBody>
          <a:bodyPr wrap="square" lIns="0" tIns="0" rIns="0" bIns="0" rtlCol="0"/>
          <a:lstStyle/>
          <a:p>
            <a:pPr marL="0" lvl="0" indent="0" algn="l" rtl="0">
              <a:spcBef>
                <a:spcPts val="0"/>
              </a:spcBef>
              <a:spcAft>
                <a:spcPts val="0"/>
              </a:spcAft>
              <a:buNone/>
            </a:pPr>
            <a:endParaRPr lang="en-US" sz="1800" dirty="0">
              <a:solidFill>
                <a:srgbClr val="FFFFFF"/>
              </a:solidFill>
            </a:endParaRPr>
          </a:p>
        </p:txBody>
      </p:sp>
      <p:sp>
        <p:nvSpPr>
          <p:cNvPr id="15" name="object 15"/>
          <p:cNvSpPr txBox="1"/>
          <p:nvPr/>
        </p:nvSpPr>
        <p:spPr>
          <a:xfrm>
            <a:off x="9519315" y="2170273"/>
            <a:ext cx="5693391" cy="2176878"/>
          </a:xfrm>
          <a:prstGeom prst="rect">
            <a:avLst/>
          </a:prstGeom>
        </p:spPr>
        <p:txBody>
          <a:bodyPr vert="horz" wrap="square" lIns="0" tIns="17145" rIns="0" bIns="0" rtlCol="0">
            <a:spAutoFit/>
          </a:bodyPr>
          <a:lstStyle/>
          <a:p>
            <a:pPr marL="0" lvl="0" indent="0" algn="l" rtl="0">
              <a:spcBef>
                <a:spcPts val="0"/>
              </a:spcBef>
              <a:spcAft>
                <a:spcPts val="0"/>
              </a:spcAft>
              <a:buNone/>
            </a:pPr>
            <a:r>
              <a:rPr lang="en-US" sz="3600" b="1" dirty="0"/>
              <a:t> </a:t>
            </a:r>
            <a:r>
              <a:rPr lang="en-US" sz="4000" b="0" i="0" u="none" strike="noStrike" baseline="0" dirty="0">
                <a:solidFill>
                  <a:schemeClr val="bg1"/>
                </a:solidFill>
                <a:latin typeface="Segoe UI Symbol" panose="020B0502040204020203" pitchFamily="34" charset="0"/>
              </a:rPr>
              <a:t>☆ </a:t>
            </a:r>
            <a:r>
              <a:rPr lang="en-US" sz="4000" b="0" i="0" u="none" strike="noStrike" baseline="0" dirty="0">
                <a:solidFill>
                  <a:schemeClr val="bg1"/>
                </a:solidFill>
                <a:latin typeface="Times New Roman" panose="02020603050405020304" pitchFamily="18" charset="0"/>
              </a:rPr>
              <a:t>To develop better and efficient production process with the help of technology </a:t>
            </a:r>
            <a:endParaRPr lang="en-US" sz="4000" b="1" dirty="0">
              <a:solidFill>
                <a:schemeClr val="bg1"/>
              </a:solidFill>
            </a:endParaRPr>
          </a:p>
          <a:p>
            <a:pPr marR="5080" algn="r">
              <a:lnSpc>
                <a:spcPct val="100000"/>
              </a:lnSpc>
              <a:spcBef>
                <a:spcPts val="135"/>
              </a:spcBef>
            </a:pPr>
            <a:endParaRPr sz="1950" dirty="0">
              <a:latin typeface="Arial"/>
              <a:cs typeface="Arial"/>
            </a:endParaRPr>
          </a:p>
        </p:txBody>
      </p:sp>
      <p:sp>
        <p:nvSpPr>
          <p:cNvPr id="18" name="Title 17">
            <a:extLst>
              <a:ext uri="{FF2B5EF4-FFF2-40B4-BE49-F238E27FC236}">
                <a16:creationId xmlns:a16="http://schemas.microsoft.com/office/drawing/2014/main" id="{66967BE2-D4CE-1BF7-27AF-CA6D715B2515}"/>
              </a:ext>
            </a:extLst>
          </p:cNvPr>
          <p:cNvSpPr>
            <a:spLocks noGrp="1"/>
          </p:cNvSpPr>
          <p:nvPr>
            <p:ph type="title"/>
          </p:nvPr>
        </p:nvSpPr>
        <p:spPr>
          <a:xfrm>
            <a:off x="2743200" y="493185"/>
            <a:ext cx="6096000" cy="1107996"/>
          </a:xfrm>
        </p:spPr>
        <p:txBody>
          <a:bodyPr/>
          <a:lstStyle/>
          <a:p>
            <a:r>
              <a:rPr lang="en-IN" sz="7200" u="sng" dirty="0">
                <a:solidFill>
                  <a:srgbClr val="FF0000"/>
                </a:solidFill>
              </a:rPr>
              <a:t>0bjectives</a:t>
            </a:r>
          </a:p>
        </p:txBody>
      </p:sp>
      <p:sp>
        <p:nvSpPr>
          <p:cNvPr id="22" name="TextBox 21">
            <a:extLst>
              <a:ext uri="{FF2B5EF4-FFF2-40B4-BE49-F238E27FC236}">
                <a16:creationId xmlns:a16="http://schemas.microsoft.com/office/drawing/2014/main" id="{8AACEE10-9635-5812-E916-A85700DBA667}"/>
              </a:ext>
            </a:extLst>
          </p:cNvPr>
          <p:cNvSpPr txBox="1"/>
          <p:nvPr/>
        </p:nvSpPr>
        <p:spPr>
          <a:xfrm>
            <a:off x="9623084" y="6476457"/>
            <a:ext cx="5624791" cy="1323439"/>
          </a:xfrm>
          <a:prstGeom prst="rect">
            <a:avLst/>
          </a:prstGeom>
          <a:noFill/>
        </p:spPr>
        <p:txBody>
          <a:bodyPr wrap="square" rtlCol="0">
            <a:spAutoFit/>
          </a:bodyPr>
          <a:lstStyle/>
          <a:p>
            <a:r>
              <a:rPr lang="en-US" sz="4000" i="0" u="none" strike="noStrike" baseline="0" dirty="0">
                <a:latin typeface="Segoe UI Symbol" panose="020B0502040204020203" pitchFamily="34" charset="0"/>
              </a:rPr>
              <a:t>☆ </a:t>
            </a:r>
            <a:r>
              <a:rPr lang="en-US" sz="4000" i="0" u="none" strike="noStrike" baseline="0" dirty="0">
                <a:latin typeface="Times New Roman" panose="02020603050405020304" pitchFamily="18" charset="0"/>
              </a:rPr>
              <a:t>To study which factors affected by technology </a:t>
            </a:r>
            <a:endParaRPr lang="en-IN" sz="4000" dirty="0"/>
          </a:p>
        </p:txBody>
      </p:sp>
      <p:sp>
        <p:nvSpPr>
          <p:cNvPr id="23" name="TextBox 22">
            <a:extLst>
              <a:ext uri="{FF2B5EF4-FFF2-40B4-BE49-F238E27FC236}">
                <a16:creationId xmlns:a16="http://schemas.microsoft.com/office/drawing/2014/main" id="{E9A2DC0F-B2F6-859D-7845-3216BAFD302C}"/>
              </a:ext>
            </a:extLst>
          </p:cNvPr>
          <p:cNvSpPr txBox="1"/>
          <p:nvPr/>
        </p:nvSpPr>
        <p:spPr>
          <a:xfrm>
            <a:off x="2432304" y="3874748"/>
            <a:ext cx="5897880" cy="2537503"/>
          </a:xfrm>
          <a:prstGeom prst="rect">
            <a:avLst/>
          </a:prstGeom>
          <a:noFill/>
        </p:spPr>
        <p:txBody>
          <a:bodyPr wrap="square" rtlCol="0">
            <a:spAutoFit/>
          </a:bodyPr>
          <a:lstStyle/>
          <a:p>
            <a:r>
              <a:rPr lang="en-US" sz="3200" b="0" i="0" u="none" strike="noStrike" baseline="0" dirty="0">
                <a:solidFill>
                  <a:schemeClr val="bg1"/>
                </a:solidFill>
                <a:latin typeface="Segoe UI Symbol" panose="020B0502040204020203" pitchFamily="34" charset="0"/>
              </a:rPr>
              <a:t>☆ </a:t>
            </a:r>
            <a:r>
              <a:rPr lang="en-US" sz="3200" b="0" i="0" u="none" strike="noStrike" baseline="0" dirty="0">
                <a:solidFill>
                  <a:schemeClr val="bg1"/>
                </a:solidFill>
                <a:latin typeface="Times New Roman" panose="02020603050405020304" pitchFamily="18" charset="0"/>
              </a:rPr>
              <a:t>To study how to minimize the cost of production and decreases the several expenses of business with the help of technology for increase the scope business </a:t>
            </a:r>
            <a:endParaRPr lang="en-IN" sz="3200" dirty="0">
              <a:solidFill>
                <a:schemeClr val="bg1"/>
              </a:solidFill>
            </a:endParaRPr>
          </a:p>
        </p:txBody>
      </p:sp>
      <p:sp>
        <p:nvSpPr>
          <p:cNvPr id="24" name="TextBox 23">
            <a:extLst>
              <a:ext uri="{FF2B5EF4-FFF2-40B4-BE49-F238E27FC236}">
                <a16:creationId xmlns:a16="http://schemas.microsoft.com/office/drawing/2014/main" id="{57A1A0FB-D5CC-5337-54C6-353B0AECFF02}"/>
              </a:ext>
            </a:extLst>
          </p:cNvPr>
          <p:cNvSpPr txBox="1"/>
          <p:nvPr/>
        </p:nvSpPr>
        <p:spPr>
          <a:xfrm>
            <a:off x="2447544" y="7824555"/>
            <a:ext cx="6161880" cy="2554545"/>
          </a:xfrm>
          <a:prstGeom prst="rect">
            <a:avLst/>
          </a:prstGeom>
          <a:noFill/>
        </p:spPr>
        <p:txBody>
          <a:bodyPr wrap="square" rtlCol="0">
            <a:spAutoFit/>
          </a:bodyPr>
          <a:lstStyle/>
          <a:p>
            <a:r>
              <a:rPr lang="en-US" sz="4000" b="0" i="0" u="none" strike="noStrike" baseline="0" dirty="0">
                <a:solidFill>
                  <a:schemeClr val="bg1"/>
                </a:solidFill>
                <a:latin typeface="Segoe UI Symbol" panose="020B0502040204020203" pitchFamily="34" charset="0"/>
              </a:rPr>
              <a:t>☆ </a:t>
            </a:r>
            <a:r>
              <a:rPr lang="en-US" sz="4000" b="0" i="0" u="none" strike="noStrike" baseline="0" dirty="0">
                <a:solidFill>
                  <a:schemeClr val="bg1"/>
                </a:solidFill>
                <a:latin typeface="Times New Roman" panose="02020603050405020304" pitchFamily="18" charset="0"/>
              </a:rPr>
              <a:t>To Provide supporting accessories for technology for businessman, teachers and students. </a:t>
            </a:r>
            <a:endParaRPr lang="en-IN" sz="4000" dirty="0">
              <a:solidFill>
                <a:schemeClr val="bg1"/>
              </a:solidFill>
            </a:endParaRPr>
          </a:p>
        </p:txBody>
      </p:sp>
    </p:spTree>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714490" y="0"/>
            <a:ext cx="11560799" cy="12361245"/>
            <a:chOff x="6727200" y="0"/>
            <a:chExt cx="11560799" cy="12361245"/>
          </a:xfrm>
        </p:grpSpPr>
        <p:sp>
          <p:nvSpPr>
            <p:cNvPr id="3" name="object 3"/>
            <p:cNvSpPr/>
            <p:nvPr/>
          </p:nvSpPr>
          <p:spPr>
            <a:xfrm>
              <a:off x="12814310" y="0"/>
              <a:ext cx="5473689" cy="10286999"/>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6727200" y="6277945"/>
              <a:ext cx="6087110" cy="6083300"/>
            </a:xfrm>
            <a:custGeom>
              <a:avLst/>
              <a:gdLst/>
              <a:ahLst/>
              <a:cxnLst/>
              <a:rect l="l" t="t" r="r" b="b"/>
              <a:pathLst>
                <a:path w="6087109" h="6083300">
                  <a:moveTo>
                    <a:pt x="3235832" y="12700"/>
                  </a:moveTo>
                  <a:lnTo>
                    <a:pt x="2850897" y="12700"/>
                  </a:lnTo>
                  <a:lnTo>
                    <a:pt x="2898730" y="0"/>
                  </a:lnTo>
                  <a:lnTo>
                    <a:pt x="3188000" y="0"/>
                  </a:lnTo>
                  <a:lnTo>
                    <a:pt x="3235832" y="12700"/>
                  </a:lnTo>
                  <a:close/>
                </a:path>
                <a:path w="6087109" h="6083300">
                  <a:moveTo>
                    <a:pt x="3378113" y="25400"/>
                  </a:moveTo>
                  <a:lnTo>
                    <a:pt x="2708614" y="25400"/>
                  </a:lnTo>
                  <a:lnTo>
                    <a:pt x="2755834" y="12700"/>
                  </a:lnTo>
                  <a:lnTo>
                    <a:pt x="3330894" y="12700"/>
                  </a:lnTo>
                  <a:lnTo>
                    <a:pt x="3378113" y="25400"/>
                  </a:lnTo>
                  <a:close/>
                </a:path>
                <a:path w="6087109" h="6083300">
                  <a:moveTo>
                    <a:pt x="3471898" y="38100"/>
                  </a:moveTo>
                  <a:lnTo>
                    <a:pt x="2614827" y="38100"/>
                  </a:lnTo>
                  <a:lnTo>
                    <a:pt x="2661610" y="25400"/>
                  </a:lnTo>
                  <a:lnTo>
                    <a:pt x="3425116" y="25400"/>
                  </a:lnTo>
                  <a:lnTo>
                    <a:pt x="3471898" y="38100"/>
                  </a:lnTo>
                  <a:close/>
                </a:path>
                <a:path w="6087109" h="6083300">
                  <a:moveTo>
                    <a:pt x="3564777" y="50800"/>
                  </a:moveTo>
                  <a:lnTo>
                    <a:pt x="2521947" y="50800"/>
                  </a:lnTo>
                  <a:lnTo>
                    <a:pt x="2568271" y="38100"/>
                  </a:lnTo>
                  <a:lnTo>
                    <a:pt x="3518454" y="38100"/>
                  </a:lnTo>
                  <a:lnTo>
                    <a:pt x="3564777" y="50800"/>
                  </a:lnTo>
                  <a:close/>
                </a:path>
                <a:path w="6087109" h="6083300">
                  <a:moveTo>
                    <a:pt x="3792715" y="101600"/>
                  </a:moveTo>
                  <a:lnTo>
                    <a:pt x="2294005" y="101600"/>
                  </a:lnTo>
                  <a:lnTo>
                    <a:pt x="2475860" y="50800"/>
                  </a:lnTo>
                  <a:lnTo>
                    <a:pt x="3610863" y="50800"/>
                  </a:lnTo>
                  <a:lnTo>
                    <a:pt x="3792715" y="101600"/>
                  </a:lnTo>
                  <a:close/>
                </a:path>
                <a:path w="6087109" h="6083300">
                  <a:moveTo>
                    <a:pt x="3656705" y="6032500"/>
                  </a:moveTo>
                  <a:lnTo>
                    <a:pt x="2430017" y="6032500"/>
                  </a:lnTo>
                  <a:lnTo>
                    <a:pt x="1986201" y="5905500"/>
                  </a:lnTo>
                  <a:lnTo>
                    <a:pt x="1943404" y="5880100"/>
                  </a:lnTo>
                  <a:lnTo>
                    <a:pt x="1858744" y="5854700"/>
                  </a:lnTo>
                  <a:lnTo>
                    <a:pt x="1816894" y="5829300"/>
                  </a:lnTo>
                  <a:lnTo>
                    <a:pt x="1775370" y="5816600"/>
                  </a:lnTo>
                  <a:lnTo>
                    <a:pt x="1734180" y="5791200"/>
                  </a:lnTo>
                  <a:lnTo>
                    <a:pt x="1693327" y="5778500"/>
                  </a:lnTo>
                  <a:lnTo>
                    <a:pt x="1612658" y="5727700"/>
                  </a:lnTo>
                  <a:lnTo>
                    <a:pt x="1572852" y="5715000"/>
                  </a:lnTo>
                  <a:lnTo>
                    <a:pt x="1455622" y="5638800"/>
                  </a:lnTo>
                  <a:lnTo>
                    <a:pt x="1417291" y="5613400"/>
                  </a:lnTo>
                  <a:lnTo>
                    <a:pt x="1379344" y="5600700"/>
                  </a:lnTo>
                  <a:lnTo>
                    <a:pt x="1304619" y="5549900"/>
                  </a:lnTo>
                  <a:lnTo>
                    <a:pt x="1267853" y="5524500"/>
                  </a:lnTo>
                  <a:lnTo>
                    <a:pt x="1231491" y="5486400"/>
                  </a:lnTo>
                  <a:lnTo>
                    <a:pt x="1160006" y="5435600"/>
                  </a:lnTo>
                  <a:lnTo>
                    <a:pt x="1090207" y="5384800"/>
                  </a:lnTo>
                  <a:lnTo>
                    <a:pt x="1055954" y="5346700"/>
                  </a:lnTo>
                  <a:lnTo>
                    <a:pt x="988768" y="5295900"/>
                  </a:lnTo>
                  <a:lnTo>
                    <a:pt x="955847" y="5257800"/>
                  </a:lnTo>
                  <a:lnTo>
                    <a:pt x="923381" y="5232400"/>
                  </a:lnTo>
                  <a:lnTo>
                    <a:pt x="891375" y="5194300"/>
                  </a:lnTo>
                  <a:lnTo>
                    <a:pt x="859836" y="5168900"/>
                  </a:lnTo>
                  <a:lnTo>
                    <a:pt x="828768" y="5130800"/>
                  </a:lnTo>
                  <a:lnTo>
                    <a:pt x="798178" y="5105400"/>
                  </a:lnTo>
                  <a:lnTo>
                    <a:pt x="768071" y="5067300"/>
                  </a:lnTo>
                  <a:lnTo>
                    <a:pt x="738452" y="5029200"/>
                  </a:lnTo>
                  <a:lnTo>
                    <a:pt x="709327" y="5003800"/>
                  </a:lnTo>
                  <a:lnTo>
                    <a:pt x="680702" y="4965700"/>
                  </a:lnTo>
                  <a:lnTo>
                    <a:pt x="652582" y="4927600"/>
                  </a:lnTo>
                  <a:lnTo>
                    <a:pt x="624972" y="4889500"/>
                  </a:lnTo>
                  <a:lnTo>
                    <a:pt x="597880" y="4864100"/>
                  </a:lnTo>
                  <a:lnTo>
                    <a:pt x="571309" y="4826000"/>
                  </a:lnTo>
                  <a:lnTo>
                    <a:pt x="545265" y="4787900"/>
                  </a:lnTo>
                  <a:lnTo>
                    <a:pt x="519755" y="4749800"/>
                  </a:lnTo>
                  <a:lnTo>
                    <a:pt x="494783" y="4711700"/>
                  </a:lnTo>
                  <a:lnTo>
                    <a:pt x="470355" y="4673600"/>
                  </a:lnTo>
                  <a:lnTo>
                    <a:pt x="446477" y="4635500"/>
                  </a:lnTo>
                  <a:lnTo>
                    <a:pt x="423155" y="4597400"/>
                  </a:lnTo>
                  <a:lnTo>
                    <a:pt x="400393" y="4559300"/>
                  </a:lnTo>
                  <a:lnTo>
                    <a:pt x="378198" y="4521200"/>
                  </a:lnTo>
                  <a:lnTo>
                    <a:pt x="356574" y="4483100"/>
                  </a:lnTo>
                  <a:lnTo>
                    <a:pt x="335529" y="4432300"/>
                  </a:lnTo>
                  <a:lnTo>
                    <a:pt x="315066" y="4394200"/>
                  </a:lnTo>
                  <a:lnTo>
                    <a:pt x="295193" y="4356100"/>
                  </a:lnTo>
                  <a:lnTo>
                    <a:pt x="275913" y="4318000"/>
                  </a:lnTo>
                  <a:lnTo>
                    <a:pt x="257234" y="4267200"/>
                  </a:lnTo>
                  <a:lnTo>
                    <a:pt x="239160" y="4229100"/>
                  </a:lnTo>
                  <a:lnTo>
                    <a:pt x="221697" y="4191000"/>
                  </a:lnTo>
                  <a:lnTo>
                    <a:pt x="204851" y="4140200"/>
                  </a:lnTo>
                  <a:lnTo>
                    <a:pt x="188626" y="4102100"/>
                  </a:lnTo>
                  <a:lnTo>
                    <a:pt x="173030" y="4064000"/>
                  </a:lnTo>
                  <a:lnTo>
                    <a:pt x="158067" y="4013200"/>
                  </a:lnTo>
                  <a:lnTo>
                    <a:pt x="143742" y="3975100"/>
                  </a:lnTo>
                  <a:lnTo>
                    <a:pt x="130063" y="3924300"/>
                  </a:lnTo>
                  <a:lnTo>
                    <a:pt x="117033" y="3886200"/>
                  </a:lnTo>
                  <a:lnTo>
                    <a:pt x="104659" y="3835400"/>
                  </a:lnTo>
                  <a:lnTo>
                    <a:pt x="92945" y="3797300"/>
                  </a:lnTo>
                  <a:lnTo>
                    <a:pt x="81899" y="3746500"/>
                  </a:lnTo>
                  <a:lnTo>
                    <a:pt x="71525" y="3708400"/>
                  </a:lnTo>
                  <a:lnTo>
                    <a:pt x="61829" y="3657600"/>
                  </a:lnTo>
                  <a:lnTo>
                    <a:pt x="52816" y="3619500"/>
                  </a:lnTo>
                  <a:lnTo>
                    <a:pt x="44492" y="3568700"/>
                  </a:lnTo>
                  <a:lnTo>
                    <a:pt x="36863" y="3517900"/>
                  </a:lnTo>
                  <a:lnTo>
                    <a:pt x="29934" y="3479800"/>
                  </a:lnTo>
                  <a:lnTo>
                    <a:pt x="23711" y="3429000"/>
                  </a:lnTo>
                  <a:lnTo>
                    <a:pt x="18199" y="3378200"/>
                  </a:lnTo>
                  <a:lnTo>
                    <a:pt x="13404" y="3340100"/>
                  </a:lnTo>
                  <a:lnTo>
                    <a:pt x="9331" y="3289300"/>
                  </a:lnTo>
                  <a:lnTo>
                    <a:pt x="5986" y="3238500"/>
                  </a:lnTo>
                  <a:lnTo>
                    <a:pt x="3375" y="3187700"/>
                  </a:lnTo>
                  <a:lnTo>
                    <a:pt x="1503" y="3136900"/>
                  </a:lnTo>
                  <a:lnTo>
                    <a:pt x="376" y="3098800"/>
                  </a:lnTo>
                  <a:lnTo>
                    <a:pt x="0" y="3048000"/>
                  </a:lnTo>
                  <a:lnTo>
                    <a:pt x="376" y="2997200"/>
                  </a:lnTo>
                  <a:lnTo>
                    <a:pt x="1503" y="2946400"/>
                  </a:lnTo>
                  <a:lnTo>
                    <a:pt x="3375" y="2895600"/>
                  </a:lnTo>
                  <a:lnTo>
                    <a:pt x="5986" y="2857500"/>
                  </a:lnTo>
                  <a:lnTo>
                    <a:pt x="9331" y="2806700"/>
                  </a:lnTo>
                  <a:lnTo>
                    <a:pt x="13404" y="2755900"/>
                  </a:lnTo>
                  <a:lnTo>
                    <a:pt x="18199" y="2717800"/>
                  </a:lnTo>
                  <a:lnTo>
                    <a:pt x="23711" y="2667000"/>
                  </a:lnTo>
                  <a:lnTo>
                    <a:pt x="29934" y="2616200"/>
                  </a:lnTo>
                  <a:lnTo>
                    <a:pt x="36863" y="2565400"/>
                  </a:lnTo>
                  <a:lnTo>
                    <a:pt x="44492" y="2527300"/>
                  </a:lnTo>
                  <a:lnTo>
                    <a:pt x="52816" y="2476500"/>
                  </a:lnTo>
                  <a:lnTo>
                    <a:pt x="61829" y="2438400"/>
                  </a:lnTo>
                  <a:lnTo>
                    <a:pt x="71525" y="2387600"/>
                  </a:lnTo>
                  <a:lnTo>
                    <a:pt x="81899" y="2336800"/>
                  </a:lnTo>
                  <a:lnTo>
                    <a:pt x="92945" y="2298700"/>
                  </a:lnTo>
                  <a:lnTo>
                    <a:pt x="104659" y="2247900"/>
                  </a:lnTo>
                  <a:lnTo>
                    <a:pt x="117033" y="2209800"/>
                  </a:lnTo>
                  <a:lnTo>
                    <a:pt x="130063" y="2159000"/>
                  </a:lnTo>
                  <a:lnTo>
                    <a:pt x="143742" y="2120900"/>
                  </a:lnTo>
                  <a:lnTo>
                    <a:pt x="158067" y="2070100"/>
                  </a:lnTo>
                  <a:lnTo>
                    <a:pt x="173030" y="2032000"/>
                  </a:lnTo>
                  <a:lnTo>
                    <a:pt x="188626" y="1993900"/>
                  </a:lnTo>
                  <a:lnTo>
                    <a:pt x="204851" y="1943100"/>
                  </a:lnTo>
                  <a:lnTo>
                    <a:pt x="221697" y="1905000"/>
                  </a:lnTo>
                  <a:lnTo>
                    <a:pt x="239160" y="1866900"/>
                  </a:lnTo>
                  <a:lnTo>
                    <a:pt x="257234" y="1816100"/>
                  </a:lnTo>
                  <a:lnTo>
                    <a:pt x="275913" y="1778000"/>
                  </a:lnTo>
                  <a:lnTo>
                    <a:pt x="295193" y="1739900"/>
                  </a:lnTo>
                  <a:lnTo>
                    <a:pt x="315066" y="1701800"/>
                  </a:lnTo>
                  <a:lnTo>
                    <a:pt x="335529" y="1651000"/>
                  </a:lnTo>
                  <a:lnTo>
                    <a:pt x="356574" y="1612900"/>
                  </a:lnTo>
                  <a:lnTo>
                    <a:pt x="378198" y="1574800"/>
                  </a:lnTo>
                  <a:lnTo>
                    <a:pt x="400393" y="1536700"/>
                  </a:lnTo>
                  <a:lnTo>
                    <a:pt x="423155" y="1498600"/>
                  </a:lnTo>
                  <a:lnTo>
                    <a:pt x="446477" y="1460500"/>
                  </a:lnTo>
                  <a:lnTo>
                    <a:pt x="470355" y="1422400"/>
                  </a:lnTo>
                  <a:lnTo>
                    <a:pt x="494783" y="1384300"/>
                  </a:lnTo>
                  <a:lnTo>
                    <a:pt x="519755" y="1346200"/>
                  </a:lnTo>
                  <a:lnTo>
                    <a:pt x="545265" y="1308100"/>
                  </a:lnTo>
                  <a:lnTo>
                    <a:pt x="571309" y="1270000"/>
                  </a:lnTo>
                  <a:lnTo>
                    <a:pt x="597880" y="1231900"/>
                  </a:lnTo>
                  <a:lnTo>
                    <a:pt x="624972" y="1193800"/>
                  </a:lnTo>
                  <a:lnTo>
                    <a:pt x="652582" y="1168400"/>
                  </a:lnTo>
                  <a:lnTo>
                    <a:pt x="680702" y="1130300"/>
                  </a:lnTo>
                  <a:lnTo>
                    <a:pt x="709327" y="1092200"/>
                  </a:lnTo>
                  <a:lnTo>
                    <a:pt x="738452" y="1054100"/>
                  </a:lnTo>
                  <a:lnTo>
                    <a:pt x="768071" y="1028700"/>
                  </a:lnTo>
                  <a:lnTo>
                    <a:pt x="798178" y="990600"/>
                  </a:lnTo>
                  <a:lnTo>
                    <a:pt x="828768" y="952500"/>
                  </a:lnTo>
                  <a:lnTo>
                    <a:pt x="859836" y="927100"/>
                  </a:lnTo>
                  <a:lnTo>
                    <a:pt x="891375" y="889000"/>
                  </a:lnTo>
                  <a:lnTo>
                    <a:pt x="923381" y="863600"/>
                  </a:lnTo>
                  <a:lnTo>
                    <a:pt x="955847" y="825500"/>
                  </a:lnTo>
                  <a:lnTo>
                    <a:pt x="988768" y="800100"/>
                  </a:lnTo>
                  <a:lnTo>
                    <a:pt x="1022139" y="774700"/>
                  </a:lnTo>
                  <a:lnTo>
                    <a:pt x="1055954" y="736600"/>
                  </a:lnTo>
                  <a:lnTo>
                    <a:pt x="1124893" y="685800"/>
                  </a:lnTo>
                  <a:lnTo>
                    <a:pt x="1160006" y="660400"/>
                  </a:lnTo>
                  <a:lnTo>
                    <a:pt x="1195541" y="622300"/>
                  </a:lnTo>
                  <a:lnTo>
                    <a:pt x="1267853" y="571500"/>
                  </a:lnTo>
                  <a:lnTo>
                    <a:pt x="1341784" y="520700"/>
                  </a:lnTo>
                  <a:lnTo>
                    <a:pt x="1417291" y="469900"/>
                  </a:lnTo>
                  <a:lnTo>
                    <a:pt x="1455622" y="444500"/>
                  </a:lnTo>
                  <a:lnTo>
                    <a:pt x="1494329" y="431800"/>
                  </a:lnTo>
                  <a:lnTo>
                    <a:pt x="1612658" y="355600"/>
                  </a:lnTo>
                  <a:lnTo>
                    <a:pt x="1652818" y="342900"/>
                  </a:lnTo>
                  <a:lnTo>
                    <a:pt x="1734180" y="292100"/>
                  </a:lnTo>
                  <a:lnTo>
                    <a:pt x="1775370" y="279400"/>
                  </a:lnTo>
                  <a:lnTo>
                    <a:pt x="1816894" y="254000"/>
                  </a:lnTo>
                  <a:lnTo>
                    <a:pt x="1900916" y="228600"/>
                  </a:lnTo>
                  <a:lnTo>
                    <a:pt x="1943404" y="203200"/>
                  </a:lnTo>
                  <a:lnTo>
                    <a:pt x="2116401" y="152400"/>
                  </a:lnTo>
                  <a:lnTo>
                    <a:pt x="2160384" y="127000"/>
                  </a:lnTo>
                  <a:lnTo>
                    <a:pt x="2249192" y="101600"/>
                  </a:lnTo>
                  <a:lnTo>
                    <a:pt x="3837528" y="101600"/>
                  </a:lnTo>
                  <a:lnTo>
                    <a:pt x="3926335" y="127000"/>
                  </a:lnTo>
                  <a:lnTo>
                    <a:pt x="3970317" y="152400"/>
                  </a:lnTo>
                  <a:lnTo>
                    <a:pt x="4143312" y="203200"/>
                  </a:lnTo>
                  <a:lnTo>
                    <a:pt x="4185799" y="228600"/>
                  </a:lnTo>
                  <a:lnTo>
                    <a:pt x="4269820" y="254000"/>
                  </a:lnTo>
                  <a:lnTo>
                    <a:pt x="4311343" y="279400"/>
                  </a:lnTo>
                  <a:lnTo>
                    <a:pt x="4352534" y="292100"/>
                  </a:lnTo>
                  <a:lnTo>
                    <a:pt x="4433895" y="342900"/>
                  </a:lnTo>
                  <a:lnTo>
                    <a:pt x="4474054" y="355600"/>
                  </a:lnTo>
                  <a:lnTo>
                    <a:pt x="4592382" y="431800"/>
                  </a:lnTo>
                  <a:lnTo>
                    <a:pt x="4631089" y="444500"/>
                  </a:lnTo>
                  <a:lnTo>
                    <a:pt x="4669419" y="469900"/>
                  </a:lnTo>
                  <a:lnTo>
                    <a:pt x="4744925" y="520700"/>
                  </a:lnTo>
                  <a:lnTo>
                    <a:pt x="4818856" y="571500"/>
                  </a:lnTo>
                  <a:lnTo>
                    <a:pt x="4891168" y="622300"/>
                  </a:lnTo>
                  <a:lnTo>
                    <a:pt x="4926702" y="660400"/>
                  </a:lnTo>
                  <a:lnTo>
                    <a:pt x="4961815" y="685800"/>
                  </a:lnTo>
                  <a:lnTo>
                    <a:pt x="5030753" y="736600"/>
                  </a:lnTo>
                  <a:lnTo>
                    <a:pt x="5064568" y="774700"/>
                  </a:lnTo>
                  <a:lnTo>
                    <a:pt x="5097938" y="800100"/>
                  </a:lnTo>
                  <a:lnTo>
                    <a:pt x="5130859" y="825500"/>
                  </a:lnTo>
                  <a:lnTo>
                    <a:pt x="5163325" y="863600"/>
                  </a:lnTo>
                  <a:lnTo>
                    <a:pt x="5195330" y="889000"/>
                  </a:lnTo>
                  <a:lnTo>
                    <a:pt x="5226870" y="927100"/>
                  </a:lnTo>
                  <a:lnTo>
                    <a:pt x="5257937" y="952500"/>
                  </a:lnTo>
                  <a:lnTo>
                    <a:pt x="5288527" y="990600"/>
                  </a:lnTo>
                  <a:lnTo>
                    <a:pt x="5318634" y="1028700"/>
                  </a:lnTo>
                  <a:lnTo>
                    <a:pt x="5348253" y="1054100"/>
                  </a:lnTo>
                  <a:lnTo>
                    <a:pt x="5377378" y="1092200"/>
                  </a:lnTo>
                  <a:lnTo>
                    <a:pt x="5406003" y="1130300"/>
                  </a:lnTo>
                  <a:lnTo>
                    <a:pt x="5434123" y="1168400"/>
                  </a:lnTo>
                  <a:lnTo>
                    <a:pt x="5461732" y="1193800"/>
                  </a:lnTo>
                  <a:lnTo>
                    <a:pt x="5488824" y="1231900"/>
                  </a:lnTo>
                  <a:lnTo>
                    <a:pt x="5515395" y="1270000"/>
                  </a:lnTo>
                  <a:lnTo>
                    <a:pt x="5541439" y="1308100"/>
                  </a:lnTo>
                  <a:lnTo>
                    <a:pt x="5566949" y="1346200"/>
                  </a:lnTo>
                  <a:lnTo>
                    <a:pt x="5591921" y="1384300"/>
                  </a:lnTo>
                  <a:lnTo>
                    <a:pt x="5616348" y="1422400"/>
                  </a:lnTo>
                  <a:lnTo>
                    <a:pt x="5640226" y="1460500"/>
                  </a:lnTo>
                  <a:lnTo>
                    <a:pt x="5663549" y="1498600"/>
                  </a:lnTo>
                  <a:lnTo>
                    <a:pt x="5686310" y="1536700"/>
                  </a:lnTo>
                  <a:lnTo>
                    <a:pt x="5708505" y="1574800"/>
                  </a:lnTo>
                  <a:lnTo>
                    <a:pt x="5730128" y="1612900"/>
                  </a:lnTo>
                  <a:lnTo>
                    <a:pt x="5751174" y="1651000"/>
                  </a:lnTo>
                  <a:lnTo>
                    <a:pt x="5771636" y="1701800"/>
                  </a:lnTo>
                  <a:lnTo>
                    <a:pt x="5791510" y="1739900"/>
                  </a:lnTo>
                  <a:lnTo>
                    <a:pt x="5810789" y="1778000"/>
                  </a:lnTo>
                  <a:lnTo>
                    <a:pt x="5829469" y="1816100"/>
                  </a:lnTo>
                  <a:lnTo>
                    <a:pt x="5847542" y="1866900"/>
                  </a:lnTo>
                  <a:lnTo>
                    <a:pt x="5865005" y="1905000"/>
                  </a:lnTo>
                  <a:lnTo>
                    <a:pt x="5881852" y="1943100"/>
                  </a:lnTo>
                  <a:lnTo>
                    <a:pt x="5898076" y="1993900"/>
                  </a:lnTo>
                  <a:lnTo>
                    <a:pt x="5913672" y="2032000"/>
                  </a:lnTo>
                  <a:lnTo>
                    <a:pt x="5928635" y="2070100"/>
                  </a:lnTo>
                  <a:lnTo>
                    <a:pt x="5942960" y="2120900"/>
                  </a:lnTo>
                  <a:lnTo>
                    <a:pt x="5956640" y="2159000"/>
                  </a:lnTo>
                  <a:lnTo>
                    <a:pt x="5969669" y="2209800"/>
                  </a:lnTo>
                  <a:lnTo>
                    <a:pt x="5982044" y="2247900"/>
                  </a:lnTo>
                  <a:lnTo>
                    <a:pt x="5993757" y="2298700"/>
                  </a:lnTo>
                  <a:lnTo>
                    <a:pt x="6004803" y="2336800"/>
                  </a:lnTo>
                  <a:lnTo>
                    <a:pt x="6015177" y="2387600"/>
                  </a:lnTo>
                  <a:lnTo>
                    <a:pt x="6024873" y="2438400"/>
                  </a:lnTo>
                  <a:lnTo>
                    <a:pt x="6033886" y="2476500"/>
                  </a:lnTo>
                  <a:lnTo>
                    <a:pt x="6042210" y="2527300"/>
                  </a:lnTo>
                  <a:lnTo>
                    <a:pt x="6049839" y="2565400"/>
                  </a:lnTo>
                  <a:lnTo>
                    <a:pt x="6056768" y="2616200"/>
                  </a:lnTo>
                  <a:lnTo>
                    <a:pt x="6062991" y="2667000"/>
                  </a:lnTo>
                  <a:lnTo>
                    <a:pt x="6068503" y="2717800"/>
                  </a:lnTo>
                  <a:lnTo>
                    <a:pt x="6073298" y="2755900"/>
                  </a:lnTo>
                  <a:lnTo>
                    <a:pt x="6077371" y="2806700"/>
                  </a:lnTo>
                  <a:lnTo>
                    <a:pt x="6080715" y="2857500"/>
                  </a:lnTo>
                  <a:lnTo>
                    <a:pt x="6083327" y="2895600"/>
                  </a:lnTo>
                  <a:lnTo>
                    <a:pt x="6085199" y="2946400"/>
                  </a:lnTo>
                  <a:lnTo>
                    <a:pt x="6086326" y="2997200"/>
                  </a:lnTo>
                  <a:lnTo>
                    <a:pt x="6086703" y="3048000"/>
                  </a:lnTo>
                  <a:lnTo>
                    <a:pt x="6086326" y="3098800"/>
                  </a:lnTo>
                  <a:lnTo>
                    <a:pt x="6085199" y="3136900"/>
                  </a:lnTo>
                  <a:lnTo>
                    <a:pt x="6083327" y="3187700"/>
                  </a:lnTo>
                  <a:lnTo>
                    <a:pt x="6080715" y="3238500"/>
                  </a:lnTo>
                  <a:lnTo>
                    <a:pt x="6077371" y="3289300"/>
                  </a:lnTo>
                  <a:lnTo>
                    <a:pt x="6073298" y="3340100"/>
                  </a:lnTo>
                  <a:lnTo>
                    <a:pt x="6068503" y="3378200"/>
                  </a:lnTo>
                  <a:lnTo>
                    <a:pt x="6062991" y="3429000"/>
                  </a:lnTo>
                  <a:lnTo>
                    <a:pt x="6056768" y="3479800"/>
                  </a:lnTo>
                  <a:lnTo>
                    <a:pt x="6049839" y="3517900"/>
                  </a:lnTo>
                  <a:lnTo>
                    <a:pt x="6042210" y="3568700"/>
                  </a:lnTo>
                  <a:lnTo>
                    <a:pt x="6033886" y="3619500"/>
                  </a:lnTo>
                  <a:lnTo>
                    <a:pt x="6024873" y="3657600"/>
                  </a:lnTo>
                  <a:lnTo>
                    <a:pt x="6015177" y="3708400"/>
                  </a:lnTo>
                  <a:lnTo>
                    <a:pt x="6004803" y="3746500"/>
                  </a:lnTo>
                  <a:lnTo>
                    <a:pt x="5993757" y="3797300"/>
                  </a:lnTo>
                  <a:lnTo>
                    <a:pt x="5982044" y="3835400"/>
                  </a:lnTo>
                  <a:lnTo>
                    <a:pt x="5969669" y="3886200"/>
                  </a:lnTo>
                  <a:lnTo>
                    <a:pt x="5956640" y="3924300"/>
                  </a:lnTo>
                  <a:lnTo>
                    <a:pt x="5942960" y="3975100"/>
                  </a:lnTo>
                  <a:lnTo>
                    <a:pt x="5928635" y="4013200"/>
                  </a:lnTo>
                  <a:lnTo>
                    <a:pt x="5913672" y="4064000"/>
                  </a:lnTo>
                  <a:lnTo>
                    <a:pt x="5898076" y="4102100"/>
                  </a:lnTo>
                  <a:lnTo>
                    <a:pt x="5881852" y="4140200"/>
                  </a:lnTo>
                  <a:lnTo>
                    <a:pt x="5865005" y="4191000"/>
                  </a:lnTo>
                  <a:lnTo>
                    <a:pt x="5847542" y="4229100"/>
                  </a:lnTo>
                  <a:lnTo>
                    <a:pt x="5829469" y="4267200"/>
                  </a:lnTo>
                  <a:lnTo>
                    <a:pt x="5810789" y="4318000"/>
                  </a:lnTo>
                  <a:lnTo>
                    <a:pt x="5791510" y="4356100"/>
                  </a:lnTo>
                  <a:lnTo>
                    <a:pt x="5771636" y="4394200"/>
                  </a:lnTo>
                  <a:lnTo>
                    <a:pt x="5751174" y="4432300"/>
                  </a:lnTo>
                  <a:lnTo>
                    <a:pt x="5730128" y="4483100"/>
                  </a:lnTo>
                  <a:lnTo>
                    <a:pt x="5708505" y="4521200"/>
                  </a:lnTo>
                  <a:lnTo>
                    <a:pt x="5686310" y="4559300"/>
                  </a:lnTo>
                  <a:lnTo>
                    <a:pt x="5663549" y="4597400"/>
                  </a:lnTo>
                  <a:lnTo>
                    <a:pt x="5640226" y="4635500"/>
                  </a:lnTo>
                  <a:lnTo>
                    <a:pt x="5616348" y="4673600"/>
                  </a:lnTo>
                  <a:lnTo>
                    <a:pt x="5591921" y="4711700"/>
                  </a:lnTo>
                  <a:lnTo>
                    <a:pt x="5566949" y="4749800"/>
                  </a:lnTo>
                  <a:lnTo>
                    <a:pt x="5541439" y="4787900"/>
                  </a:lnTo>
                  <a:lnTo>
                    <a:pt x="5515395" y="4826000"/>
                  </a:lnTo>
                  <a:lnTo>
                    <a:pt x="5488824" y="4864100"/>
                  </a:lnTo>
                  <a:lnTo>
                    <a:pt x="5461732" y="4889500"/>
                  </a:lnTo>
                  <a:lnTo>
                    <a:pt x="5434123" y="4927600"/>
                  </a:lnTo>
                  <a:lnTo>
                    <a:pt x="5406003" y="4965700"/>
                  </a:lnTo>
                  <a:lnTo>
                    <a:pt x="5377378" y="5003800"/>
                  </a:lnTo>
                  <a:lnTo>
                    <a:pt x="5348253" y="5029200"/>
                  </a:lnTo>
                  <a:lnTo>
                    <a:pt x="5318634" y="5067300"/>
                  </a:lnTo>
                  <a:lnTo>
                    <a:pt x="5288527" y="5105400"/>
                  </a:lnTo>
                  <a:lnTo>
                    <a:pt x="5257937" y="5130800"/>
                  </a:lnTo>
                  <a:lnTo>
                    <a:pt x="5226870" y="5168900"/>
                  </a:lnTo>
                  <a:lnTo>
                    <a:pt x="5195330" y="5194300"/>
                  </a:lnTo>
                  <a:lnTo>
                    <a:pt x="5163325" y="5232400"/>
                  </a:lnTo>
                  <a:lnTo>
                    <a:pt x="5130859" y="5257800"/>
                  </a:lnTo>
                  <a:lnTo>
                    <a:pt x="5097938" y="5295900"/>
                  </a:lnTo>
                  <a:lnTo>
                    <a:pt x="5030753" y="5346700"/>
                  </a:lnTo>
                  <a:lnTo>
                    <a:pt x="4996500" y="5384800"/>
                  </a:lnTo>
                  <a:lnTo>
                    <a:pt x="4926702" y="5435600"/>
                  </a:lnTo>
                  <a:lnTo>
                    <a:pt x="4855217" y="5486400"/>
                  </a:lnTo>
                  <a:lnTo>
                    <a:pt x="4818856" y="5524500"/>
                  </a:lnTo>
                  <a:lnTo>
                    <a:pt x="4782090" y="5549900"/>
                  </a:lnTo>
                  <a:lnTo>
                    <a:pt x="4707366" y="5600700"/>
                  </a:lnTo>
                  <a:lnTo>
                    <a:pt x="4669419" y="5613400"/>
                  </a:lnTo>
                  <a:lnTo>
                    <a:pt x="4631089" y="5638800"/>
                  </a:lnTo>
                  <a:lnTo>
                    <a:pt x="4513859" y="5715000"/>
                  </a:lnTo>
                  <a:lnTo>
                    <a:pt x="4474054" y="5727700"/>
                  </a:lnTo>
                  <a:lnTo>
                    <a:pt x="4393386" y="5778500"/>
                  </a:lnTo>
                  <a:lnTo>
                    <a:pt x="4352534" y="5791200"/>
                  </a:lnTo>
                  <a:lnTo>
                    <a:pt x="4311343" y="5816600"/>
                  </a:lnTo>
                  <a:lnTo>
                    <a:pt x="4269820" y="5829300"/>
                  </a:lnTo>
                  <a:lnTo>
                    <a:pt x="4227970" y="5854700"/>
                  </a:lnTo>
                  <a:lnTo>
                    <a:pt x="4143312" y="5880100"/>
                  </a:lnTo>
                  <a:lnTo>
                    <a:pt x="4100515" y="5905500"/>
                  </a:lnTo>
                  <a:lnTo>
                    <a:pt x="3656705" y="6032500"/>
                  </a:lnTo>
                  <a:close/>
                </a:path>
                <a:path w="6087109" h="6083300">
                  <a:moveTo>
                    <a:pt x="3518454" y="6057900"/>
                  </a:moveTo>
                  <a:lnTo>
                    <a:pt x="2568271" y="6057900"/>
                  </a:lnTo>
                  <a:lnTo>
                    <a:pt x="2475860" y="6032500"/>
                  </a:lnTo>
                  <a:lnTo>
                    <a:pt x="3610863" y="6032500"/>
                  </a:lnTo>
                  <a:lnTo>
                    <a:pt x="3518454" y="6057900"/>
                  </a:lnTo>
                  <a:close/>
                </a:path>
                <a:path w="6087109" h="6083300">
                  <a:moveTo>
                    <a:pt x="3425116" y="6070600"/>
                  </a:moveTo>
                  <a:lnTo>
                    <a:pt x="2661610" y="6070600"/>
                  </a:lnTo>
                  <a:lnTo>
                    <a:pt x="2614827" y="6057900"/>
                  </a:lnTo>
                  <a:lnTo>
                    <a:pt x="3471898" y="6057900"/>
                  </a:lnTo>
                  <a:lnTo>
                    <a:pt x="3425116" y="6070600"/>
                  </a:lnTo>
                  <a:close/>
                </a:path>
                <a:path w="6087109" h="6083300">
                  <a:moveTo>
                    <a:pt x="3283465" y="6083300"/>
                  </a:moveTo>
                  <a:lnTo>
                    <a:pt x="2803263" y="6083300"/>
                  </a:lnTo>
                  <a:lnTo>
                    <a:pt x="2755834" y="6070600"/>
                  </a:lnTo>
                  <a:lnTo>
                    <a:pt x="3330894" y="6070600"/>
                  </a:lnTo>
                  <a:lnTo>
                    <a:pt x="3283465" y="6083300"/>
                  </a:lnTo>
                  <a:close/>
                </a:path>
              </a:pathLst>
            </a:custGeom>
            <a:solidFill>
              <a:srgbClr val="BAEF4B"/>
            </a:solidFill>
          </p:spPr>
          <p:txBody>
            <a:bodyPr wrap="square" lIns="0" tIns="0" rIns="0" bIns="0" rtlCol="0"/>
            <a:lstStyle/>
            <a:p>
              <a:endParaRPr/>
            </a:p>
          </p:txBody>
        </p:sp>
        <p:sp>
          <p:nvSpPr>
            <p:cNvPr id="5" name="object 5"/>
            <p:cNvSpPr/>
            <p:nvPr/>
          </p:nvSpPr>
          <p:spPr>
            <a:xfrm>
              <a:off x="7457440" y="6608145"/>
              <a:ext cx="5445760" cy="5422900"/>
            </a:xfrm>
            <a:custGeom>
              <a:avLst/>
              <a:gdLst/>
              <a:ahLst/>
              <a:cxnLst/>
              <a:rect l="l" t="t" r="r" b="b"/>
              <a:pathLst>
                <a:path w="5445759" h="5422900">
                  <a:moveTo>
                    <a:pt x="2962736" y="12699"/>
                  </a:moveTo>
                  <a:lnTo>
                    <a:pt x="2482880" y="12699"/>
                  </a:lnTo>
                  <a:lnTo>
                    <a:pt x="2530429" y="0"/>
                  </a:lnTo>
                  <a:lnTo>
                    <a:pt x="2915187" y="0"/>
                  </a:lnTo>
                  <a:lnTo>
                    <a:pt x="2962736" y="12699"/>
                  </a:lnTo>
                  <a:close/>
                </a:path>
                <a:path w="5445759" h="5422900">
                  <a:moveTo>
                    <a:pt x="3103960" y="25399"/>
                  </a:moveTo>
                  <a:lnTo>
                    <a:pt x="2341656" y="25399"/>
                  </a:lnTo>
                  <a:lnTo>
                    <a:pt x="2388487" y="12699"/>
                  </a:lnTo>
                  <a:lnTo>
                    <a:pt x="3057129" y="12699"/>
                  </a:lnTo>
                  <a:lnTo>
                    <a:pt x="3103960" y="25399"/>
                  </a:lnTo>
                  <a:close/>
                </a:path>
                <a:path w="5445759" h="5422900">
                  <a:moveTo>
                    <a:pt x="3242904" y="50799"/>
                  </a:moveTo>
                  <a:lnTo>
                    <a:pt x="2202711" y="50799"/>
                  </a:lnTo>
                  <a:lnTo>
                    <a:pt x="2295079" y="25399"/>
                  </a:lnTo>
                  <a:lnTo>
                    <a:pt x="3150537" y="25399"/>
                  </a:lnTo>
                  <a:lnTo>
                    <a:pt x="3242904" y="50799"/>
                  </a:lnTo>
                  <a:close/>
                </a:path>
                <a:path w="5445759" h="5422900">
                  <a:moveTo>
                    <a:pt x="3242904" y="5397499"/>
                  </a:moveTo>
                  <a:lnTo>
                    <a:pt x="2202711" y="5397499"/>
                  </a:lnTo>
                  <a:lnTo>
                    <a:pt x="1801435" y="5283199"/>
                  </a:lnTo>
                  <a:lnTo>
                    <a:pt x="1758440" y="5270499"/>
                  </a:lnTo>
                  <a:lnTo>
                    <a:pt x="1715789" y="5245099"/>
                  </a:lnTo>
                  <a:lnTo>
                    <a:pt x="1631547" y="5219699"/>
                  </a:lnTo>
                  <a:lnTo>
                    <a:pt x="1589970" y="5194299"/>
                  </a:lnTo>
                  <a:lnTo>
                    <a:pt x="1548764" y="5181599"/>
                  </a:lnTo>
                  <a:lnTo>
                    <a:pt x="1467496" y="5130799"/>
                  </a:lnTo>
                  <a:lnTo>
                    <a:pt x="1427448" y="5118099"/>
                  </a:lnTo>
                  <a:lnTo>
                    <a:pt x="1348557" y="5067299"/>
                  </a:lnTo>
                  <a:lnTo>
                    <a:pt x="1309728" y="5041899"/>
                  </a:lnTo>
                  <a:lnTo>
                    <a:pt x="1271320" y="5029199"/>
                  </a:lnTo>
                  <a:lnTo>
                    <a:pt x="1195793" y="4978399"/>
                  </a:lnTo>
                  <a:lnTo>
                    <a:pt x="1122032" y="4927599"/>
                  </a:lnTo>
                  <a:lnTo>
                    <a:pt x="1085831" y="4889499"/>
                  </a:lnTo>
                  <a:lnTo>
                    <a:pt x="1014823" y="4838699"/>
                  </a:lnTo>
                  <a:lnTo>
                    <a:pt x="980030" y="4813299"/>
                  </a:lnTo>
                  <a:lnTo>
                    <a:pt x="945720" y="4787899"/>
                  </a:lnTo>
                  <a:lnTo>
                    <a:pt x="911900" y="4749799"/>
                  </a:lnTo>
                  <a:lnTo>
                    <a:pt x="878578" y="4724399"/>
                  </a:lnTo>
                  <a:lnTo>
                    <a:pt x="845760" y="4686299"/>
                  </a:lnTo>
                  <a:lnTo>
                    <a:pt x="813453" y="4660899"/>
                  </a:lnTo>
                  <a:lnTo>
                    <a:pt x="781664" y="4622799"/>
                  </a:lnTo>
                  <a:lnTo>
                    <a:pt x="750400" y="4597399"/>
                  </a:lnTo>
                  <a:lnTo>
                    <a:pt x="719669" y="4559299"/>
                  </a:lnTo>
                  <a:lnTo>
                    <a:pt x="689476" y="4533899"/>
                  </a:lnTo>
                  <a:lnTo>
                    <a:pt x="659829" y="4495799"/>
                  </a:lnTo>
                  <a:lnTo>
                    <a:pt x="630735" y="4457699"/>
                  </a:lnTo>
                  <a:lnTo>
                    <a:pt x="602202" y="4432299"/>
                  </a:lnTo>
                  <a:lnTo>
                    <a:pt x="574235" y="4394199"/>
                  </a:lnTo>
                  <a:lnTo>
                    <a:pt x="546842" y="4356099"/>
                  </a:lnTo>
                  <a:lnTo>
                    <a:pt x="520029" y="4317999"/>
                  </a:lnTo>
                  <a:lnTo>
                    <a:pt x="493805" y="4279899"/>
                  </a:lnTo>
                  <a:lnTo>
                    <a:pt x="468175" y="4241799"/>
                  </a:lnTo>
                  <a:lnTo>
                    <a:pt x="443147" y="4203699"/>
                  </a:lnTo>
                  <a:lnTo>
                    <a:pt x="418728" y="4165599"/>
                  </a:lnTo>
                  <a:lnTo>
                    <a:pt x="394925" y="4127499"/>
                  </a:lnTo>
                  <a:lnTo>
                    <a:pt x="371744" y="4089399"/>
                  </a:lnTo>
                  <a:lnTo>
                    <a:pt x="349192" y="4051299"/>
                  </a:lnTo>
                  <a:lnTo>
                    <a:pt x="327278" y="4013199"/>
                  </a:lnTo>
                  <a:lnTo>
                    <a:pt x="306007" y="3975099"/>
                  </a:lnTo>
                  <a:lnTo>
                    <a:pt x="285386" y="3936999"/>
                  </a:lnTo>
                  <a:lnTo>
                    <a:pt x="265423" y="3898899"/>
                  </a:lnTo>
                  <a:lnTo>
                    <a:pt x="246125" y="3848099"/>
                  </a:lnTo>
                  <a:lnTo>
                    <a:pt x="227497" y="3809999"/>
                  </a:lnTo>
                  <a:lnTo>
                    <a:pt x="209549" y="3771899"/>
                  </a:lnTo>
                  <a:lnTo>
                    <a:pt x="192285" y="3721099"/>
                  </a:lnTo>
                  <a:lnTo>
                    <a:pt x="175714" y="3682999"/>
                  </a:lnTo>
                  <a:lnTo>
                    <a:pt x="159843" y="3644899"/>
                  </a:lnTo>
                  <a:lnTo>
                    <a:pt x="144677" y="3594099"/>
                  </a:lnTo>
                  <a:lnTo>
                    <a:pt x="130225" y="3555999"/>
                  </a:lnTo>
                  <a:lnTo>
                    <a:pt x="116493" y="3505199"/>
                  </a:lnTo>
                  <a:lnTo>
                    <a:pt x="103489" y="3467099"/>
                  </a:lnTo>
                  <a:lnTo>
                    <a:pt x="91218" y="3416299"/>
                  </a:lnTo>
                  <a:lnTo>
                    <a:pt x="79689" y="3378199"/>
                  </a:lnTo>
                  <a:lnTo>
                    <a:pt x="68907" y="3327399"/>
                  </a:lnTo>
                  <a:lnTo>
                    <a:pt x="58881" y="3289299"/>
                  </a:lnTo>
                  <a:lnTo>
                    <a:pt x="49617" y="3238499"/>
                  </a:lnTo>
                  <a:lnTo>
                    <a:pt x="41122" y="3187699"/>
                  </a:lnTo>
                  <a:lnTo>
                    <a:pt x="33403" y="3149599"/>
                  </a:lnTo>
                  <a:lnTo>
                    <a:pt x="26467" y="3098799"/>
                  </a:lnTo>
                  <a:lnTo>
                    <a:pt x="20320" y="3047999"/>
                  </a:lnTo>
                  <a:lnTo>
                    <a:pt x="14971" y="3009899"/>
                  </a:lnTo>
                  <a:lnTo>
                    <a:pt x="10425" y="2959099"/>
                  </a:lnTo>
                  <a:lnTo>
                    <a:pt x="6691" y="2908299"/>
                  </a:lnTo>
                  <a:lnTo>
                    <a:pt x="3774" y="2857499"/>
                  </a:lnTo>
                  <a:lnTo>
                    <a:pt x="1682" y="2819399"/>
                  </a:lnTo>
                  <a:lnTo>
                    <a:pt x="421" y="2768599"/>
                  </a:lnTo>
                  <a:lnTo>
                    <a:pt x="0" y="2717799"/>
                  </a:lnTo>
                  <a:lnTo>
                    <a:pt x="421" y="2666999"/>
                  </a:lnTo>
                  <a:lnTo>
                    <a:pt x="1682" y="2628899"/>
                  </a:lnTo>
                  <a:lnTo>
                    <a:pt x="3774" y="2578099"/>
                  </a:lnTo>
                  <a:lnTo>
                    <a:pt x="6691" y="2527299"/>
                  </a:lnTo>
                  <a:lnTo>
                    <a:pt x="10425" y="2476499"/>
                  </a:lnTo>
                  <a:lnTo>
                    <a:pt x="14971" y="2425699"/>
                  </a:lnTo>
                  <a:lnTo>
                    <a:pt x="20320" y="2387599"/>
                  </a:lnTo>
                  <a:lnTo>
                    <a:pt x="26467" y="2336799"/>
                  </a:lnTo>
                  <a:lnTo>
                    <a:pt x="33403" y="2285999"/>
                  </a:lnTo>
                  <a:lnTo>
                    <a:pt x="41122" y="2247899"/>
                  </a:lnTo>
                  <a:lnTo>
                    <a:pt x="49617" y="2197099"/>
                  </a:lnTo>
                  <a:lnTo>
                    <a:pt x="58881" y="2158999"/>
                  </a:lnTo>
                  <a:lnTo>
                    <a:pt x="68907" y="2108199"/>
                  </a:lnTo>
                  <a:lnTo>
                    <a:pt x="79689" y="2057399"/>
                  </a:lnTo>
                  <a:lnTo>
                    <a:pt x="91218" y="2019299"/>
                  </a:lnTo>
                  <a:lnTo>
                    <a:pt x="103489" y="1968499"/>
                  </a:lnTo>
                  <a:lnTo>
                    <a:pt x="116493" y="1930399"/>
                  </a:lnTo>
                  <a:lnTo>
                    <a:pt x="130225" y="1879599"/>
                  </a:lnTo>
                  <a:lnTo>
                    <a:pt x="144677" y="1841499"/>
                  </a:lnTo>
                  <a:lnTo>
                    <a:pt x="159843" y="1803399"/>
                  </a:lnTo>
                  <a:lnTo>
                    <a:pt x="175714" y="1752599"/>
                  </a:lnTo>
                  <a:lnTo>
                    <a:pt x="192285" y="1714499"/>
                  </a:lnTo>
                  <a:lnTo>
                    <a:pt x="209549" y="1663699"/>
                  </a:lnTo>
                  <a:lnTo>
                    <a:pt x="227497" y="1625599"/>
                  </a:lnTo>
                  <a:lnTo>
                    <a:pt x="246125" y="1587499"/>
                  </a:lnTo>
                  <a:lnTo>
                    <a:pt x="265423" y="1549399"/>
                  </a:lnTo>
                  <a:lnTo>
                    <a:pt x="285386" y="1498599"/>
                  </a:lnTo>
                  <a:lnTo>
                    <a:pt x="306007" y="1460499"/>
                  </a:lnTo>
                  <a:lnTo>
                    <a:pt x="327278" y="1422399"/>
                  </a:lnTo>
                  <a:lnTo>
                    <a:pt x="349192" y="1384299"/>
                  </a:lnTo>
                  <a:lnTo>
                    <a:pt x="371744" y="1346199"/>
                  </a:lnTo>
                  <a:lnTo>
                    <a:pt x="394925" y="1308099"/>
                  </a:lnTo>
                  <a:lnTo>
                    <a:pt x="418728" y="1269999"/>
                  </a:lnTo>
                  <a:lnTo>
                    <a:pt x="443147" y="1231899"/>
                  </a:lnTo>
                  <a:lnTo>
                    <a:pt x="468175" y="1193799"/>
                  </a:lnTo>
                  <a:lnTo>
                    <a:pt x="493805" y="1155699"/>
                  </a:lnTo>
                  <a:lnTo>
                    <a:pt x="520029" y="1117599"/>
                  </a:lnTo>
                  <a:lnTo>
                    <a:pt x="546842" y="1079499"/>
                  </a:lnTo>
                  <a:lnTo>
                    <a:pt x="574235" y="1041399"/>
                  </a:lnTo>
                  <a:lnTo>
                    <a:pt x="602202" y="1015999"/>
                  </a:lnTo>
                  <a:lnTo>
                    <a:pt x="630735" y="977899"/>
                  </a:lnTo>
                  <a:lnTo>
                    <a:pt x="659829" y="939799"/>
                  </a:lnTo>
                  <a:lnTo>
                    <a:pt x="689476" y="914399"/>
                  </a:lnTo>
                  <a:lnTo>
                    <a:pt x="719669" y="876299"/>
                  </a:lnTo>
                  <a:lnTo>
                    <a:pt x="750400" y="838199"/>
                  </a:lnTo>
                  <a:lnTo>
                    <a:pt x="781664" y="812799"/>
                  </a:lnTo>
                  <a:lnTo>
                    <a:pt x="813453" y="774699"/>
                  </a:lnTo>
                  <a:lnTo>
                    <a:pt x="845760" y="749299"/>
                  </a:lnTo>
                  <a:lnTo>
                    <a:pt x="878578" y="711199"/>
                  </a:lnTo>
                  <a:lnTo>
                    <a:pt x="911900" y="685799"/>
                  </a:lnTo>
                  <a:lnTo>
                    <a:pt x="945720" y="660399"/>
                  </a:lnTo>
                  <a:lnTo>
                    <a:pt x="980030" y="622299"/>
                  </a:lnTo>
                  <a:lnTo>
                    <a:pt x="1050092" y="571499"/>
                  </a:lnTo>
                  <a:lnTo>
                    <a:pt x="1122032" y="520699"/>
                  </a:lnTo>
                  <a:lnTo>
                    <a:pt x="1195793" y="469899"/>
                  </a:lnTo>
                  <a:lnTo>
                    <a:pt x="1271320" y="419099"/>
                  </a:lnTo>
                  <a:lnTo>
                    <a:pt x="1348557" y="368299"/>
                  </a:lnTo>
                  <a:lnTo>
                    <a:pt x="1427448" y="317499"/>
                  </a:lnTo>
                  <a:lnTo>
                    <a:pt x="1467496" y="304799"/>
                  </a:lnTo>
                  <a:lnTo>
                    <a:pt x="1507938" y="279399"/>
                  </a:lnTo>
                  <a:lnTo>
                    <a:pt x="1548764" y="266699"/>
                  </a:lnTo>
                  <a:lnTo>
                    <a:pt x="1589970" y="241299"/>
                  </a:lnTo>
                  <a:lnTo>
                    <a:pt x="1631547" y="228599"/>
                  </a:lnTo>
                  <a:lnTo>
                    <a:pt x="1673490" y="203199"/>
                  </a:lnTo>
                  <a:lnTo>
                    <a:pt x="1758440" y="177799"/>
                  </a:lnTo>
                  <a:lnTo>
                    <a:pt x="1801435" y="152399"/>
                  </a:lnTo>
                  <a:lnTo>
                    <a:pt x="2156935" y="50799"/>
                  </a:lnTo>
                  <a:lnTo>
                    <a:pt x="3288680" y="50799"/>
                  </a:lnTo>
                  <a:lnTo>
                    <a:pt x="3644178" y="152399"/>
                  </a:lnTo>
                  <a:lnTo>
                    <a:pt x="3687172" y="177799"/>
                  </a:lnTo>
                  <a:lnTo>
                    <a:pt x="3772122" y="203199"/>
                  </a:lnTo>
                  <a:lnTo>
                    <a:pt x="3814064" y="228599"/>
                  </a:lnTo>
                  <a:lnTo>
                    <a:pt x="3855641" y="241299"/>
                  </a:lnTo>
                  <a:lnTo>
                    <a:pt x="3896846" y="266699"/>
                  </a:lnTo>
                  <a:lnTo>
                    <a:pt x="3937673" y="279399"/>
                  </a:lnTo>
                  <a:lnTo>
                    <a:pt x="3978114" y="304799"/>
                  </a:lnTo>
                  <a:lnTo>
                    <a:pt x="4018162" y="317499"/>
                  </a:lnTo>
                  <a:lnTo>
                    <a:pt x="4097052" y="368299"/>
                  </a:lnTo>
                  <a:lnTo>
                    <a:pt x="4174288" y="419099"/>
                  </a:lnTo>
                  <a:lnTo>
                    <a:pt x="4249814" y="469899"/>
                  </a:lnTo>
                  <a:lnTo>
                    <a:pt x="4323574" y="520699"/>
                  </a:lnTo>
                  <a:lnTo>
                    <a:pt x="4395513" y="571499"/>
                  </a:lnTo>
                  <a:lnTo>
                    <a:pt x="4465574" y="622299"/>
                  </a:lnTo>
                  <a:lnTo>
                    <a:pt x="4499884" y="660399"/>
                  </a:lnTo>
                  <a:lnTo>
                    <a:pt x="4533703" y="685799"/>
                  </a:lnTo>
                  <a:lnTo>
                    <a:pt x="4567024" y="711199"/>
                  </a:lnTo>
                  <a:lnTo>
                    <a:pt x="4599842" y="749299"/>
                  </a:lnTo>
                  <a:lnTo>
                    <a:pt x="4632149" y="774699"/>
                  </a:lnTo>
                  <a:lnTo>
                    <a:pt x="4663937" y="812799"/>
                  </a:lnTo>
                  <a:lnTo>
                    <a:pt x="4695200" y="838199"/>
                  </a:lnTo>
                  <a:lnTo>
                    <a:pt x="4725932" y="876299"/>
                  </a:lnTo>
                  <a:lnTo>
                    <a:pt x="4756124" y="914399"/>
                  </a:lnTo>
                  <a:lnTo>
                    <a:pt x="4785770" y="939799"/>
                  </a:lnTo>
                  <a:lnTo>
                    <a:pt x="4814863" y="977899"/>
                  </a:lnTo>
                  <a:lnTo>
                    <a:pt x="4843397" y="1015999"/>
                  </a:lnTo>
                  <a:lnTo>
                    <a:pt x="4871363" y="1041399"/>
                  </a:lnTo>
                  <a:lnTo>
                    <a:pt x="4898756" y="1079499"/>
                  </a:lnTo>
                  <a:lnTo>
                    <a:pt x="4925568" y="1117599"/>
                  </a:lnTo>
                  <a:lnTo>
                    <a:pt x="4951791" y="1155699"/>
                  </a:lnTo>
                  <a:lnTo>
                    <a:pt x="4977421" y="1193799"/>
                  </a:lnTo>
                  <a:lnTo>
                    <a:pt x="5002448" y="1231899"/>
                  </a:lnTo>
                  <a:lnTo>
                    <a:pt x="5026867" y="1269999"/>
                  </a:lnTo>
                  <a:lnTo>
                    <a:pt x="5050670" y="1308099"/>
                  </a:lnTo>
                  <a:lnTo>
                    <a:pt x="5073850" y="1346199"/>
                  </a:lnTo>
                  <a:lnTo>
                    <a:pt x="5096401" y="1384299"/>
                  </a:lnTo>
                  <a:lnTo>
                    <a:pt x="5118315" y="1422399"/>
                  </a:lnTo>
                  <a:lnTo>
                    <a:pt x="5139586" y="1460499"/>
                  </a:lnTo>
                  <a:lnTo>
                    <a:pt x="5160206" y="1498599"/>
                  </a:lnTo>
                  <a:lnTo>
                    <a:pt x="5180169" y="1549399"/>
                  </a:lnTo>
                  <a:lnTo>
                    <a:pt x="5199467" y="1587499"/>
                  </a:lnTo>
                  <a:lnTo>
                    <a:pt x="5218094" y="1625599"/>
                  </a:lnTo>
                  <a:lnTo>
                    <a:pt x="5236042" y="1663699"/>
                  </a:lnTo>
                  <a:lnTo>
                    <a:pt x="5253305" y="1714499"/>
                  </a:lnTo>
                  <a:lnTo>
                    <a:pt x="5269876" y="1752599"/>
                  </a:lnTo>
                  <a:lnTo>
                    <a:pt x="5285747" y="1803399"/>
                  </a:lnTo>
                  <a:lnTo>
                    <a:pt x="5300912" y="1841499"/>
                  </a:lnTo>
                  <a:lnTo>
                    <a:pt x="5315364" y="1879599"/>
                  </a:lnTo>
                  <a:lnTo>
                    <a:pt x="5329096" y="1930399"/>
                  </a:lnTo>
                  <a:lnTo>
                    <a:pt x="5342100" y="1968499"/>
                  </a:lnTo>
                  <a:lnTo>
                    <a:pt x="5354370" y="2019299"/>
                  </a:lnTo>
                  <a:lnTo>
                    <a:pt x="5365899" y="2057399"/>
                  </a:lnTo>
                  <a:lnTo>
                    <a:pt x="5376680" y="2108199"/>
                  </a:lnTo>
                  <a:lnTo>
                    <a:pt x="5386706" y="2158999"/>
                  </a:lnTo>
                  <a:lnTo>
                    <a:pt x="5395970" y="2197099"/>
                  </a:lnTo>
                  <a:lnTo>
                    <a:pt x="5404465" y="2247899"/>
                  </a:lnTo>
                  <a:lnTo>
                    <a:pt x="5412184" y="2285999"/>
                  </a:lnTo>
                  <a:lnTo>
                    <a:pt x="5419120" y="2336799"/>
                  </a:lnTo>
                  <a:lnTo>
                    <a:pt x="5425266" y="2387599"/>
                  </a:lnTo>
                  <a:lnTo>
                    <a:pt x="5430616" y="2425699"/>
                  </a:lnTo>
                  <a:lnTo>
                    <a:pt x="5435161" y="2476499"/>
                  </a:lnTo>
                  <a:lnTo>
                    <a:pt x="5438896" y="2527299"/>
                  </a:lnTo>
                  <a:lnTo>
                    <a:pt x="5441813" y="2578099"/>
                  </a:lnTo>
                  <a:lnTo>
                    <a:pt x="5443905" y="2628899"/>
                  </a:lnTo>
                  <a:lnTo>
                    <a:pt x="5445165" y="2666999"/>
                  </a:lnTo>
                  <a:lnTo>
                    <a:pt x="5445587" y="2717799"/>
                  </a:lnTo>
                  <a:lnTo>
                    <a:pt x="5445165" y="2768599"/>
                  </a:lnTo>
                  <a:lnTo>
                    <a:pt x="5443905" y="2819399"/>
                  </a:lnTo>
                  <a:lnTo>
                    <a:pt x="5441813" y="2857499"/>
                  </a:lnTo>
                  <a:lnTo>
                    <a:pt x="5438896" y="2908299"/>
                  </a:lnTo>
                  <a:lnTo>
                    <a:pt x="5435161" y="2959099"/>
                  </a:lnTo>
                  <a:lnTo>
                    <a:pt x="5430616" y="3009899"/>
                  </a:lnTo>
                  <a:lnTo>
                    <a:pt x="5425266" y="3047999"/>
                  </a:lnTo>
                  <a:lnTo>
                    <a:pt x="5419120" y="3098799"/>
                  </a:lnTo>
                  <a:lnTo>
                    <a:pt x="5412184" y="3149599"/>
                  </a:lnTo>
                  <a:lnTo>
                    <a:pt x="5404465" y="3187699"/>
                  </a:lnTo>
                  <a:lnTo>
                    <a:pt x="5395970" y="3238499"/>
                  </a:lnTo>
                  <a:lnTo>
                    <a:pt x="5386706" y="3289299"/>
                  </a:lnTo>
                  <a:lnTo>
                    <a:pt x="5376680" y="3327399"/>
                  </a:lnTo>
                  <a:lnTo>
                    <a:pt x="5365899" y="3378199"/>
                  </a:lnTo>
                  <a:lnTo>
                    <a:pt x="5354370" y="3416299"/>
                  </a:lnTo>
                  <a:lnTo>
                    <a:pt x="5342100" y="3467099"/>
                  </a:lnTo>
                  <a:lnTo>
                    <a:pt x="5329096" y="3505199"/>
                  </a:lnTo>
                  <a:lnTo>
                    <a:pt x="5315364" y="3555999"/>
                  </a:lnTo>
                  <a:lnTo>
                    <a:pt x="5300912" y="3594099"/>
                  </a:lnTo>
                  <a:lnTo>
                    <a:pt x="5285747" y="3644899"/>
                  </a:lnTo>
                  <a:lnTo>
                    <a:pt x="5269876" y="3682999"/>
                  </a:lnTo>
                  <a:lnTo>
                    <a:pt x="5253305" y="3721099"/>
                  </a:lnTo>
                  <a:lnTo>
                    <a:pt x="5236042" y="3771899"/>
                  </a:lnTo>
                  <a:lnTo>
                    <a:pt x="5218094" y="3809999"/>
                  </a:lnTo>
                  <a:lnTo>
                    <a:pt x="5199467" y="3848099"/>
                  </a:lnTo>
                  <a:lnTo>
                    <a:pt x="5180169" y="3898899"/>
                  </a:lnTo>
                  <a:lnTo>
                    <a:pt x="5160206" y="3936999"/>
                  </a:lnTo>
                  <a:lnTo>
                    <a:pt x="5139586" y="3975099"/>
                  </a:lnTo>
                  <a:lnTo>
                    <a:pt x="5118315" y="4013199"/>
                  </a:lnTo>
                  <a:lnTo>
                    <a:pt x="5096401" y="4051299"/>
                  </a:lnTo>
                  <a:lnTo>
                    <a:pt x="5073850" y="4089399"/>
                  </a:lnTo>
                  <a:lnTo>
                    <a:pt x="5050670" y="4127499"/>
                  </a:lnTo>
                  <a:lnTo>
                    <a:pt x="5026867" y="4165599"/>
                  </a:lnTo>
                  <a:lnTo>
                    <a:pt x="5002448" y="4203699"/>
                  </a:lnTo>
                  <a:lnTo>
                    <a:pt x="4977421" y="4241799"/>
                  </a:lnTo>
                  <a:lnTo>
                    <a:pt x="4951791" y="4279899"/>
                  </a:lnTo>
                  <a:lnTo>
                    <a:pt x="4925568" y="4317999"/>
                  </a:lnTo>
                  <a:lnTo>
                    <a:pt x="4898756" y="4356099"/>
                  </a:lnTo>
                  <a:lnTo>
                    <a:pt x="4871363" y="4394199"/>
                  </a:lnTo>
                  <a:lnTo>
                    <a:pt x="4843397" y="4432299"/>
                  </a:lnTo>
                  <a:lnTo>
                    <a:pt x="4814863" y="4457699"/>
                  </a:lnTo>
                  <a:lnTo>
                    <a:pt x="4785770" y="4495799"/>
                  </a:lnTo>
                  <a:lnTo>
                    <a:pt x="4756124" y="4533899"/>
                  </a:lnTo>
                  <a:lnTo>
                    <a:pt x="4725932" y="4559299"/>
                  </a:lnTo>
                  <a:lnTo>
                    <a:pt x="4695200" y="4597399"/>
                  </a:lnTo>
                  <a:lnTo>
                    <a:pt x="4663937" y="4622799"/>
                  </a:lnTo>
                  <a:lnTo>
                    <a:pt x="4632149" y="4660899"/>
                  </a:lnTo>
                  <a:lnTo>
                    <a:pt x="4599842" y="4686299"/>
                  </a:lnTo>
                  <a:lnTo>
                    <a:pt x="4567024" y="4724399"/>
                  </a:lnTo>
                  <a:lnTo>
                    <a:pt x="4533703" y="4749799"/>
                  </a:lnTo>
                  <a:lnTo>
                    <a:pt x="4499884" y="4787899"/>
                  </a:lnTo>
                  <a:lnTo>
                    <a:pt x="4465574" y="4813299"/>
                  </a:lnTo>
                  <a:lnTo>
                    <a:pt x="4430782" y="4838699"/>
                  </a:lnTo>
                  <a:lnTo>
                    <a:pt x="4359775" y="4889499"/>
                  </a:lnTo>
                  <a:lnTo>
                    <a:pt x="4323574" y="4927599"/>
                  </a:lnTo>
                  <a:lnTo>
                    <a:pt x="4249814" y="4978399"/>
                  </a:lnTo>
                  <a:lnTo>
                    <a:pt x="4174288" y="5029199"/>
                  </a:lnTo>
                  <a:lnTo>
                    <a:pt x="4135880" y="5041899"/>
                  </a:lnTo>
                  <a:lnTo>
                    <a:pt x="4097052" y="5067299"/>
                  </a:lnTo>
                  <a:lnTo>
                    <a:pt x="4018162" y="5118099"/>
                  </a:lnTo>
                  <a:lnTo>
                    <a:pt x="3978114" y="5130799"/>
                  </a:lnTo>
                  <a:lnTo>
                    <a:pt x="3896846" y="5181599"/>
                  </a:lnTo>
                  <a:lnTo>
                    <a:pt x="3855641" y="5194299"/>
                  </a:lnTo>
                  <a:lnTo>
                    <a:pt x="3814064" y="5219699"/>
                  </a:lnTo>
                  <a:lnTo>
                    <a:pt x="3729823" y="5245099"/>
                  </a:lnTo>
                  <a:lnTo>
                    <a:pt x="3687172" y="5270499"/>
                  </a:lnTo>
                  <a:lnTo>
                    <a:pt x="3644178" y="5283199"/>
                  </a:lnTo>
                  <a:lnTo>
                    <a:pt x="3242904" y="5397499"/>
                  </a:lnTo>
                  <a:close/>
                </a:path>
                <a:path w="5445759" h="5422900">
                  <a:moveTo>
                    <a:pt x="3150537" y="5410199"/>
                  </a:moveTo>
                  <a:lnTo>
                    <a:pt x="2295079" y="5410199"/>
                  </a:lnTo>
                  <a:lnTo>
                    <a:pt x="2248761" y="5397499"/>
                  </a:lnTo>
                  <a:lnTo>
                    <a:pt x="3196854" y="5397499"/>
                  </a:lnTo>
                  <a:lnTo>
                    <a:pt x="3150537" y="5410199"/>
                  </a:lnTo>
                  <a:close/>
                </a:path>
                <a:path w="5445759" h="5422900">
                  <a:moveTo>
                    <a:pt x="3057129" y="5422899"/>
                  </a:moveTo>
                  <a:lnTo>
                    <a:pt x="2388487" y="5422899"/>
                  </a:lnTo>
                  <a:lnTo>
                    <a:pt x="2341656" y="5410199"/>
                  </a:lnTo>
                  <a:lnTo>
                    <a:pt x="3103960" y="5410199"/>
                  </a:lnTo>
                  <a:lnTo>
                    <a:pt x="3057129" y="5422899"/>
                  </a:lnTo>
                  <a:close/>
                </a:path>
              </a:pathLst>
            </a:custGeom>
            <a:solidFill>
              <a:srgbClr val="003873"/>
            </a:solidFill>
          </p:spPr>
          <p:txBody>
            <a:bodyPr wrap="square" lIns="0" tIns="0" rIns="0" bIns="0" rtlCol="0"/>
            <a:lstStyle/>
            <a:p>
              <a:endParaRPr dirty="0"/>
            </a:p>
          </p:txBody>
        </p:sp>
        <p:sp>
          <p:nvSpPr>
            <p:cNvPr id="6" name="object 6"/>
            <p:cNvSpPr/>
            <p:nvPr/>
          </p:nvSpPr>
          <p:spPr>
            <a:xfrm>
              <a:off x="7878687" y="6868495"/>
              <a:ext cx="4910724" cy="4902200"/>
            </a:xfrm>
            <a:prstGeom prst="rect">
              <a:avLst/>
            </a:prstGeom>
            <a:blipFill>
              <a:blip r:embed="rId3" cstate="print"/>
              <a:stretch>
                <a:fillRect/>
              </a:stretch>
            </a:blipFill>
          </p:spPr>
          <p:txBody>
            <a:bodyPr wrap="square" lIns="0" tIns="0" rIns="0" bIns="0" rtlCol="0"/>
            <a:lstStyle/>
            <a:p>
              <a:endParaRPr dirty="0"/>
            </a:p>
          </p:txBody>
        </p:sp>
      </p:grpSp>
      <p:sp>
        <p:nvSpPr>
          <p:cNvPr id="7" name="object 7"/>
          <p:cNvSpPr txBox="1">
            <a:spLocks noGrp="1"/>
          </p:cNvSpPr>
          <p:nvPr>
            <p:ph type="title"/>
          </p:nvPr>
        </p:nvSpPr>
        <p:spPr>
          <a:xfrm>
            <a:off x="1016000" y="369101"/>
            <a:ext cx="9271000" cy="843821"/>
          </a:xfrm>
          <a:prstGeom prst="rect">
            <a:avLst/>
          </a:prstGeom>
        </p:spPr>
        <p:txBody>
          <a:bodyPr vert="horz" wrap="square" lIns="0" tIns="12700" rIns="0" bIns="0" rtlCol="0">
            <a:spAutoFit/>
          </a:bodyPr>
          <a:lstStyle/>
          <a:p>
            <a:pPr marL="12700">
              <a:lnSpc>
                <a:spcPct val="100000"/>
              </a:lnSpc>
              <a:spcBef>
                <a:spcPts val="100"/>
              </a:spcBef>
            </a:pPr>
            <a:r>
              <a:rPr lang="en-IN" sz="5400" b="1" u="sng" dirty="0">
                <a:solidFill>
                  <a:srgbClr val="FF0000"/>
                </a:solidFill>
              </a:rPr>
              <a:t>Research methodology</a:t>
            </a:r>
            <a:endParaRPr sz="5400" b="1" u="sng" dirty="0">
              <a:solidFill>
                <a:srgbClr val="FF0000"/>
              </a:solidFill>
            </a:endParaRPr>
          </a:p>
        </p:txBody>
      </p:sp>
      <p:sp>
        <p:nvSpPr>
          <p:cNvPr id="9" name="TextBox 8">
            <a:extLst>
              <a:ext uri="{FF2B5EF4-FFF2-40B4-BE49-F238E27FC236}">
                <a16:creationId xmlns:a16="http://schemas.microsoft.com/office/drawing/2014/main" id="{B4F01403-10FB-19B5-9A86-DA4B1C185545}"/>
              </a:ext>
            </a:extLst>
          </p:cNvPr>
          <p:cNvSpPr txBox="1"/>
          <p:nvPr/>
        </p:nvSpPr>
        <p:spPr>
          <a:xfrm>
            <a:off x="1016000" y="1765300"/>
            <a:ext cx="11099800" cy="6863417"/>
          </a:xfrm>
          <a:prstGeom prst="rect">
            <a:avLst/>
          </a:prstGeom>
          <a:noFill/>
        </p:spPr>
        <p:txBody>
          <a:bodyPr wrap="square" rtlCol="0">
            <a:spAutoFit/>
          </a:bodyPr>
          <a:lstStyle/>
          <a:p>
            <a:pPr marL="0" lvl="0" indent="0" algn="just" rtl="0">
              <a:spcBef>
                <a:spcPts val="0"/>
              </a:spcBef>
              <a:spcAft>
                <a:spcPts val="0"/>
              </a:spcAft>
              <a:buNone/>
            </a:pPr>
            <a:r>
              <a:rPr lang="en-US" sz="4400" b="1" dirty="0"/>
              <a:t>This project is dependent on probability and non-probability sampling methods out of that researcher chosen simple  random sampling method for collection of primary data and also, researcher use convenience sampling method. For selection of research area. The research is also depending on two types of data. Which are,</a:t>
            </a:r>
          </a:p>
          <a:p>
            <a:pPr marL="457200" lvl="0" indent="-368300" algn="just" rtl="0">
              <a:spcBef>
                <a:spcPts val="0"/>
              </a:spcBef>
              <a:spcAft>
                <a:spcPts val="0"/>
              </a:spcAft>
              <a:buClr>
                <a:srgbClr val="FFFFFF"/>
              </a:buClr>
              <a:buSzPts val="2200"/>
              <a:buAutoNum type="arabicPeriod"/>
            </a:pPr>
            <a:r>
              <a:rPr lang="en-US" sz="4400" b="1" dirty="0"/>
              <a:t>Primary data</a:t>
            </a:r>
          </a:p>
          <a:p>
            <a:pPr marL="457200" lvl="0" indent="-368300" algn="just" rtl="0">
              <a:spcBef>
                <a:spcPts val="0"/>
              </a:spcBef>
              <a:spcAft>
                <a:spcPts val="0"/>
              </a:spcAft>
              <a:buClr>
                <a:srgbClr val="FFFFFF"/>
              </a:buClr>
              <a:buSzPts val="2200"/>
              <a:buAutoNum type="arabicPeriod"/>
            </a:pPr>
            <a:r>
              <a:rPr lang="en-US" sz="4400" b="1" dirty="0"/>
              <a:t>Secondary data</a:t>
            </a:r>
          </a:p>
        </p:txBody>
      </p:sp>
    </p:spTree>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object 13"/>
          <p:cNvSpPr txBox="1">
            <a:spLocks noGrp="1"/>
          </p:cNvSpPr>
          <p:nvPr>
            <p:ph type="title"/>
          </p:nvPr>
        </p:nvSpPr>
        <p:spPr>
          <a:xfrm>
            <a:off x="990600" y="952500"/>
            <a:ext cx="9575800" cy="802399"/>
          </a:xfrm>
          <a:prstGeom prst="rect">
            <a:avLst/>
          </a:prstGeom>
        </p:spPr>
        <p:txBody>
          <a:bodyPr vert="horz" wrap="square" lIns="0" tIns="20320" rIns="0" bIns="0" rtlCol="0">
            <a:spAutoFit/>
          </a:bodyPr>
          <a:lstStyle/>
          <a:p>
            <a:pPr marL="12700" marR="5080">
              <a:lnSpc>
                <a:spcPts val="5550"/>
              </a:lnSpc>
              <a:spcBef>
                <a:spcPts val="160"/>
              </a:spcBef>
            </a:pPr>
            <a:r>
              <a:rPr lang="en-IN" sz="7200" b="1" u="sng" dirty="0">
                <a:solidFill>
                  <a:srgbClr val="FF0000"/>
                </a:solidFill>
              </a:rPr>
              <a:t>Sample size</a:t>
            </a:r>
            <a:endParaRPr sz="7200" b="1" u="sng" dirty="0">
              <a:solidFill>
                <a:srgbClr val="FF0000"/>
              </a:solidFill>
            </a:endParaRPr>
          </a:p>
        </p:txBody>
      </p:sp>
      <p:sp>
        <p:nvSpPr>
          <p:cNvPr id="18" name="Rectangle 17">
            <a:extLst>
              <a:ext uri="{FF2B5EF4-FFF2-40B4-BE49-F238E27FC236}">
                <a16:creationId xmlns:a16="http://schemas.microsoft.com/office/drawing/2014/main" id="{A605FB1A-05B7-49CF-F41A-FC2735CEB4B2}"/>
              </a:ext>
            </a:extLst>
          </p:cNvPr>
          <p:cNvSpPr/>
          <p:nvPr/>
        </p:nvSpPr>
        <p:spPr>
          <a:xfrm>
            <a:off x="228600" y="2324100"/>
            <a:ext cx="16611600" cy="7772400"/>
          </a:xfrm>
          <a:prstGeom prst="rect">
            <a:avLst/>
          </a:prstGeom>
          <a:solidFill>
            <a:schemeClr val="tx2"/>
          </a:solidFill>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B6D5DE83-3A79-CC43-D6ED-C38EDAC52413}"/>
              </a:ext>
            </a:extLst>
          </p:cNvPr>
          <p:cNvSpPr/>
          <p:nvPr/>
        </p:nvSpPr>
        <p:spPr>
          <a:xfrm>
            <a:off x="228600" y="3126499"/>
            <a:ext cx="15621000" cy="6970001"/>
          </a:xfrm>
          <a:prstGeom prst="rect">
            <a:avLst/>
          </a:prstGeom>
          <a:solidFill>
            <a:schemeClr val="accent3"/>
          </a:solidFill>
          <a:ln>
            <a:solidFill>
              <a:schemeClr val="bg1"/>
            </a:solidFill>
          </a:ln>
          <a:effectLst>
            <a:glow rad="139700">
              <a:schemeClr val="accent3">
                <a:satMod val="175000"/>
                <a:alpha val="40000"/>
              </a:schemeClr>
            </a:glow>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B156BB14-1A60-2739-048D-B185A69B4E35}"/>
              </a:ext>
            </a:extLst>
          </p:cNvPr>
          <p:cNvSpPr txBox="1"/>
          <p:nvPr/>
        </p:nvSpPr>
        <p:spPr>
          <a:xfrm>
            <a:off x="1219200" y="4533900"/>
            <a:ext cx="13335000" cy="3170099"/>
          </a:xfrm>
          <a:prstGeom prst="rect">
            <a:avLst/>
          </a:prstGeom>
          <a:noFill/>
        </p:spPr>
        <p:txBody>
          <a:bodyPr wrap="square" rtlCol="0">
            <a:spAutoFit/>
          </a:bodyPr>
          <a:lstStyle/>
          <a:p>
            <a:r>
              <a:rPr lang="en-IN" sz="4000" dirty="0">
                <a:latin typeface="Abadi" panose="020B0604020104020204" pitchFamily="34" charset="0"/>
              </a:rPr>
              <a:t>Data from 100 respondent this is utilised for study from various respondents who are </a:t>
            </a:r>
          </a:p>
          <a:p>
            <a:r>
              <a:rPr lang="en-IN" sz="4000" dirty="0">
                <a:latin typeface="Abadi" panose="020B0604020104020204" pitchFamily="34" charset="0"/>
              </a:rPr>
              <a:t>1 students</a:t>
            </a:r>
          </a:p>
          <a:p>
            <a:r>
              <a:rPr lang="en-IN" sz="4000" dirty="0">
                <a:latin typeface="Abadi" panose="020B0604020104020204" pitchFamily="34" charset="0"/>
              </a:rPr>
              <a:t>2 businessmen</a:t>
            </a:r>
          </a:p>
          <a:p>
            <a:r>
              <a:rPr lang="en-IN" sz="4000" dirty="0">
                <a:latin typeface="Abadi" panose="020B0604020104020204" pitchFamily="34" charset="0"/>
              </a:rPr>
              <a:t>3 teachers </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FE8C313A-8D8A-FEB7-1C11-8ED41E120997}"/>
              </a:ext>
            </a:extLst>
          </p:cNvPr>
          <p:cNvSpPr/>
          <p:nvPr/>
        </p:nvSpPr>
        <p:spPr>
          <a:xfrm>
            <a:off x="419100" y="419100"/>
            <a:ext cx="17449800" cy="1524000"/>
          </a:xfrm>
          <a:prstGeom prst="rect">
            <a:avLst/>
          </a:prstGeom>
          <a:solidFill>
            <a:schemeClr val="tx2"/>
          </a:solidFill>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6342ECB5-DFCB-FDC5-935A-881CBE32674A}"/>
              </a:ext>
            </a:extLst>
          </p:cNvPr>
          <p:cNvSpPr txBox="1"/>
          <p:nvPr/>
        </p:nvSpPr>
        <p:spPr>
          <a:xfrm>
            <a:off x="6629400" y="571500"/>
            <a:ext cx="13944600" cy="1015663"/>
          </a:xfrm>
          <a:prstGeom prst="rect">
            <a:avLst/>
          </a:prstGeom>
          <a:noFill/>
        </p:spPr>
        <p:txBody>
          <a:bodyPr wrap="square" rtlCol="0">
            <a:spAutoFit/>
          </a:bodyPr>
          <a:lstStyle/>
          <a:p>
            <a:r>
              <a:rPr lang="en-IN" sz="6000" b="1" u="sng" dirty="0">
                <a:solidFill>
                  <a:schemeClr val="bg1"/>
                </a:solidFill>
                <a:latin typeface="Arial" panose="020B0604020202020204" pitchFamily="34" charset="0"/>
                <a:cs typeface="Arial" panose="020B0604020202020204" pitchFamily="34" charset="0"/>
              </a:rPr>
              <a:t>Data analysis </a:t>
            </a:r>
          </a:p>
        </p:txBody>
      </p:sp>
      <p:sp>
        <p:nvSpPr>
          <p:cNvPr id="31" name="Rectangle: Single Corner Rounded 30">
            <a:extLst>
              <a:ext uri="{FF2B5EF4-FFF2-40B4-BE49-F238E27FC236}">
                <a16:creationId xmlns:a16="http://schemas.microsoft.com/office/drawing/2014/main" id="{15109A36-97AB-9725-F7DB-B7EFCCF76654}"/>
              </a:ext>
            </a:extLst>
          </p:cNvPr>
          <p:cNvSpPr/>
          <p:nvPr/>
        </p:nvSpPr>
        <p:spPr>
          <a:xfrm>
            <a:off x="0" y="2247900"/>
            <a:ext cx="6781800" cy="838200"/>
          </a:xfrm>
          <a:prstGeom prst="round1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2" name="TextBox 31">
            <a:extLst>
              <a:ext uri="{FF2B5EF4-FFF2-40B4-BE49-F238E27FC236}">
                <a16:creationId xmlns:a16="http://schemas.microsoft.com/office/drawing/2014/main" id="{E07CC48F-2B6A-68D3-22F9-AE0730BD3B22}"/>
              </a:ext>
            </a:extLst>
          </p:cNvPr>
          <p:cNvSpPr txBox="1"/>
          <p:nvPr/>
        </p:nvSpPr>
        <p:spPr>
          <a:xfrm>
            <a:off x="685800" y="2230821"/>
            <a:ext cx="11049000" cy="707886"/>
          </a:xfrm>
          <a:prstGeom prst="rect">
            <a:avLst/>
          </a:prstGeom>
          <a:noFill/>
        </p:spPr>
        <p:txBody>
          <a:bodyPr wrap="square" rtlCol="0">
            <a:spAutoFit/>
          </a:bodyPr>
          <a:lstStyle/>
          <a:p>
            <a:r>
              <a:rPr lang="en-GB" sz="4000" b="1" dirty="0">
                <a:latin typeface="Times New Roman" panose="02020603050405020304" pitchFamily="18" charset="0"/>
                <a:cs typeface="Times New Roman" panose="02020603050405020304" pitchFamily="18" charset="0"/>
              </a:rPr>
              <a:t>Questionnaire</a:t>
            </a:r>
            <a:r>
              <a:rPr lang="en-GB" sz="4000" b="1" dirty="0">
                <a:solidFill>
                  <a:srgbClr val="00FFFF"/>
                </a:solidFill>
                <a:latin typeface="Times New Roman" panose="02020603050405020304" pitchFamily="18" charset="0"/>
                <a:cs typeface="Times New Roman" panose="02020603050405020304" pitchFamily="18" charset="0"/>
              </a:rPr>
              <a:t> </a:t>
            </a:r>
            <a:r>
              <a:rPr lang="en-GB" sz="4000" b="1" dirty="0">
                <a:latin typeface="Times New Roman" panose="02020603050405020304" pitchFamily="18" charset="0"/>
                <a:cs typeface="Times New Roman" panose="02020603050405020304" pitchFamily="18" charset="0"/>
              </a:rPr>
              <a:t>for</a:t>
            </a:r>
            <a:r>
              <a:rPr lang="en-GB" sz="4000" b="1" dirty="0">
                <a:solidFill>
                  <a:srgbClr val="00FFFF"/>
                </a:solidFill>
                <a:latin typeface="Times New Roman" panose="02020603050405020304" pitchFamily="18" charset="0"/>
                <a:cs typeface="Times New Roman" panose="02020603050405020304" pitchFamily="18" charset="0"/>
              </a:rPr>
              <a:t> </a:t>
            </a:r>
            <a:r>
              <a:rPr lang="en-GB" sz="4000" b="1" dirty="0">
                <a:latin typeface="Times New Roman" panose="02020603050405020304" pitchFamily="18" charset="0"/>
                <a:cs typeface="Times New Roman" panose="02020603050405020304" pitchFamily="18" charset="0"/>
              </a:rPr>
              <a:t>students</a:t>
            </a:r>
            <a:endParaRPr lang="en-IN" sz="4000" b="1" dirty="0">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EC879FD9-F6B8-1C12-7C1D-3AD3C8A8889D}"/>
              </a:ext>
            </a:extLst>
          </p:cNvPr>
          <p:cNvSpPr txBox="1"/>
          <p:nvPr/>
        </p:nvSpPr>
        <p:spPr>
          <a:xfrm>
            <a:off x="685800" y="2992036"/>
            <a:ext cx="7162800" cy="7267374"/>
          </a:xfrm>
          <a:prstGeom prst="rect">
            <a:avLst/>
          </a:prstGeom>
          <a:noFill/>
        </p:spPr>
        <p:txBody>
          <a:bodyPr wrap="square" rtlCol="0">
            <a:spAutoFit/>
          </a:bodyPr>
          <a:lstStyle/>
          <a:p>
            <a:pPr marL="540385" marR="89535" algn="just">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1. Which type of teaching would you prefer?</a:t>
            </a:r>
            <a:endParaRPr lang="en-IN" sz="32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540385" marR="89535" algn="just">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Online </a:t>
            </a:r>
            <a:endParaRPr lang="en-IN" sz="32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540385" marR="89535" algn="just">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Offline</a:t>
            </a:r>
            <a:endParaRPr lang="en-IN" sz="32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540385" marR="89535" algn="just">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 2. Do you understand in online teaching?</a:t>
            </a:r>
            <a:endParaRPr lang="en-IN" sz="32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540385" marR="89535" algn="just">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Yes</a:t>
            </a:r>
            <a:endParaRPr lang="en-IN" sz="32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540385" marR="89535" algn="just">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No</a:t>
            </a:r>
            <a:endParaRPr lang="en-IN" sz="32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540385" marR="89535" algn="just">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Maybe</a:t>
            </a:r>
            <a:endParaRPr lang="en-IN" sz="32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6" name="Picture 35">
            <a:extLst>
              <a:ext uri="{FF2B5EF4-FFF2-40B4-BE49-F238E27FC236}">
                <a16:creationId xmlns:a16="http://schemas.microsoft.com/office/drawing/2014/main" id="{B8C7D159-9A6E-1ED2-CE45-45E1C2F13A07}"/>
              </a:ext>
            </a:extLst>
          </p:cNvPr>
          <p:cNvPicPr>
            <a:picLocks noChangeAspect="1"/>
          </p:cNvPicPr>
          <p:nvPr/>
        </p:nvPicPr>
        <p:blipFill>
          <a:blip r:embed="rId2"/>
          <a:stretch>
            <a:fillRect/>
          </a:stretch>
        </p:blipFill>
        <p:spPr>
          <a:xfrm>
            <a:off x="9552938" y="2095500"/>
            <a:ext cx="8315960" cy="3886200"/>
          </a:xfrm>
          <a:prstGeom prst="rect">
            <a:avLst/>
          </a:prstGeom>
        </p:spPr>
      </p:pic>
      <p:pic>
        <p:nvPicPr>
          <p:cNvPr id="37" name="Picture 36">
            <a:extLst>
              <a:ext uri="{FF2B5EF4-FFF2-40B4-BE49-F238E27FC236}">
                <a16:creationId xmlns:a16="http://schemas.microsoft.com/office/drawing/2014/main" id="{405FEEBE-C2E0-586F-AAE8-EDE69D415A22}"/>
              </a:ext>
            </a:extLst>
          </p:cNvPr>
          <p:cNvPicPr>
            <a:picLocks noChangeAspect="1"/>
          </p:cNvPicPr>
          <p:nvPr/>
        </p:nvPicPr>
        <p:blipFill>
          <a:blip r:embed="rId3"/>
          <a:stretch>
            <a:fillRect/>
          </a:stretch>
        </p:blipFill>
        <p:spPr>
          <a:xfrm>
            <a:off x="9552938" y="6269421"/>
            <a:ext cx="8315961" cy="359847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1">
            <a:extLst>
              <a:ext uri="{FF2B5EF4-FFF2-40B4-BE49-F238E27FC236}">
                <a16:creationId xmlns:a16="http://schemas.microsoft.com/office/drawing/2014/main" id="{59B00FF5-25C7-7338-89C3-962A5B46EC9D}"/>
              </a:ext>
            </a:extLst>
          </p:cNvPr>
          <p:cNvSpPr/>
          <p:nvPr/>
        </p:nvSpPr>
        <p:spPr>
          <a:xfrm>
            <a:off x="-7883" y="571500"/>
            <a:ext cx="8542284" cy="838200"/>
          </a:xfrm>
          <a:prstGeom prst="round1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D9615A5F-5FE6-5B84-73A2-E1FA805AC34A}"/>
              </a:ext>
            </a:extLst>
          </p:cNvPr>
          <p:cNvSpPr txBox="1"/>
          <p:nvPr/>
        </p:nvSpPr>
        <p:spPr>
          <a:xfrm>
            <a:off x="1371603" y="636657"/>
            <a:ext cx="7162797" cy="707886"/>
          </a:xfrm>
          <a:prstGeom prst="rect">
            <a:avLst/>
          </a:prstGeom>
          <a:noFill/>
        </p:spPr>
        <p:txBody>
          <a:bodyPr wrap="square" rtlCol="0">
            <a:spAutoFit/>
          </a:bodyPr>
          <a:lstStyle/>
          <a:p>
            <a:r>
              <a:rPr lang="en-GB" sz="4000" b="1" dirty="0">
                <a:latin typeface="Times New Roman" panose="02020603050405020304" pitchFamily="18" charset="0"/>
                <a:cs typeface="Times New Roman" panose="02020603050405020304" pitchFamily="18" charset="0"/>
              </a:rPr>
              <a:t>Questionnaire</a:t>
            </a:r>
            <a:r>
              <a:rPr lang="en-GB" sz="4000" b="1" dirty="0">
                <a:latin typeface="Arial" panose="020B0604020202020204" pitchFamily="34" charset="0"/>
                <a:cs typeface="Arial" panose="020B0604020202020204" pitchFamily="34" charset="0"/>
              </a:rPr>
              <a:t> </a:t>
            </a:r>
            <a:r>
              <a:rPr lang="en-GB" sz="4000" b="1" dirty="0">
                <a:latin typeface="Times New Roman" panose="02020603050405020304" pitchFamily="18" charset="0"/>
                <a:cs typeface="Times New Roman" panose="02020603050405020304" pitchFamily="18" charset="0"/>
              </a:rPr>
              <a:t>for</a:t>
            </a:r>
            <a:r>
              <a:rPr lang="en-GB" sz="4000" b="1" dirty="0">
                <a:latin typeface="Arial" panose="020B0604020202020204" pitchFamily="34" charset="0"/>
                <a:cs typeface="Arial" panose="020B0604020202020204" pitchFamily="34" charset="0"/>
              </a:rPr>
              <a:t> </a:t>
            </a:r>
            <a:r>
              <a:rPr lang="en-GB" sz="4000" b="1" dirty="0">
                <a:latin typeface="Times New Roman" panose="02020603050405020304" pitchFamily="18" charset="0"/>
                <a:cs typeface="Times New Roman" panose="02020603050405020304" pitchFamily="18" charset="0"/>
              </a:rPr>
              <a:t>teachers</a:t>
            </a:r>
            <a:endParaRPr lang="en-IN" sz="40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72A0C49-2AB1-989F-CDDE-8DD9A07D15E5}"/>
              </a:ext>
            </a:extLst>
          </p:cNvPr>
          <p:cNvSpPr txBox="1"/>
          <p:nvPr/>
        </p:nvSpPr>
        <p:spPr>
          <a:xfrm>
            <a:off x="856593" y="1790700"/>
            <a:ext cx="8542284" cy="8211222"/>
          </a:xfrm>
          <a:prstGeom prst="rect">
            <a:avLst/>
          </a:prstGeom>
          <a:noFill/>
        </p:spPr>
        <p:txBody>
          <a:bodyPr wrap="square" rtlCol="0">
            <a:spAutoFit/>
          </a:bodyPr>
          <a:lstStyle/>
          <a:p>
            <a:pPr marL="1054735" marR="89535" indent="-514350">
              <a:lnSpc>
                <a:spcPct val="150000"/>
              </a:lnSpc>
              <a:spcAft>
                <a:spcPts val="800"/>
              </a:spcAft>
              <a:buAutoNum type="arabicPeriod"/>
            </a:pPr>
            <a:r>
              <a:rPr lang="en-IN" sz="3200" b="1" dirty="0">
                <a:effectLst/>
                <a:latin typeface="Times New Roman" panose="02020603050405020304" pitchFamily="18" charset="0"/>
                <a:ea typeface=""/>
                <a:cs typeface="Times New Roman" panose="02020603050405020304" pitchFamily="18" charset="0"/>
              </a:rPr>
              <a:t>Do you use technology for teaching?</a:t>
            </a:r>
            <a:endParaRPr lang="en-IN" sz="3200" b="1" dirty="0">
              <a:latin typeface="Times New Roman" panose="02020603050405020304" pitchFamily="18" charset="0"/>
              <a:ea typeface=""/>
              <a:cs typeface="Times New Roman" panose="02020603050405020304" pitchFamily="18" charset="0"/>
            </a:endParaRPr>
          </a:p>
          <a:p>
            <a:pPr marL="540385" marR="89535">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Yes</a:t>
            </a:r>
            <a:endParaRPr lang="en-IN" sz="32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540385" marR="89535">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No</a:t>
            </a:r>
            <a:endParaRPr lang="en-IN" sz="32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540385" marR="89535">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Maybe </a:t>
            </a:r>
            <a:endParaRPr lang="en-IN" sz="32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540385" marR="89535" algn="just">
              <a:lnSpc>
                <a:spcPct val="150000"/>
              </a:lnSpc>
              <a:spcAft>
                <a:spcPts val="800"/>
              </a:spcAft>
            </a:pPr>
            <a:r>
              <a:rPr lang="en-US" sz="3200" b="1" dirty="0">
                <a:latin typeface="Times New Roman" panose="02020603050405020304" pitchFamily="18" charset="0"/>
                <a:cs typeface="Times New Roman" panose="02020603050405020304" pitchFamily="18" charset="0"/>
              </a:rPr>
              <a:t> 2</a:t>
            </a:r>
            <a:r>
              <a:rPr lang="en-IN" sz="3200" dirty="0">
                <a:effectLst/>
                <a:latin typeface="Times New Roman" panose="02020603050405020304" pitchFamily="18" charset="0"/>
                <a:ea typeface=""/>
                <a:cs typeface="Times New Roman" panose="02020603050405020304" pitchFamily="18" charset="0"/>
              </a:rPr>
              <a:t>. </a:t>
            </a:r>
            <a:r>
              <a:rPr lang="en-IN" sz="3200" b="1" dirty="0">
                <a:effectLst/>
                <a:latin typeface="Times New Roman" panose="02020603050405020304" pitchFamily="18" charset="0"/>
                <a:ea typeface=""/>
                <a:cs typeface="Times New Roman" panose="02020603050405020304" pitchFamily="18" charset="0"/>
              </a:rPr>
              <a:t>Do you face any problem in online teaching?</a:t>
            </a:r>
            <a:endParaRPr lang="en-IN" sz="2800" b="1" dirty="0">
              <a:effectLst/>
              <a:latin typeface="Calibri" panose="020F0502020204030204" pitchFamily="34" charset="0"/>
              <a:ea typeface="Calibri" panose="020F0502020204030204" pitchFamily="34" charset="0"/>
              <a:cs typeface="Times New Roman" panose="02020603050405020304" pitchFamily="18" charset="0"/>
            </a:endParaRPr>
          </a:p>
          <a:p>
            <a:pPr marL="540385" marR="89535" algn="just">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Yes</a:t>
            </a:r>
            <a:endParaRPr lang="en-IN" sz="2800" b="1" dirty="0">
              <a:effectLst/>
              <a:latin typeface="Calibri" panose="020F0502020204030204" pitchFamily="34" charset="0"/>
              <a:ea typeface="Calibri" panose="020F0502020204030204" pitchFamily="34" charset="0"/>
              <a:cs typeface="Times New Roman" panose="02020603050405020304" pitchFamily="18" charset="0"/>
            </a:endParaRPr>
          </a:p>
          <a:p>
            <a:pPr marL="540385" marR="89535" algn="just">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No</a:t>
            </a:r>
            <a:endParaRPr lang="en-IN" sz="2800" b="1" dirty="0">
              <a:effectLst/>
              <a:latin typeface="Calibri" panose="020F0502020204030204" pitchFamily="34" charset="0"/>
              <a:ea typeface="Calibri" panose="020F0502020204030204" pitchFamily="34" charset="0"/>
              <a:cs typeface="Times New Roman" panose="02020603050405020304" pitchFamily="18" charset="0"/>
            </a:endParaRPr>
          </a:p>
          <a:p>
            <a:pPr marL="540385" marR="89535" algn="just">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Sometime</a:t>
            </a:r>
            <a:endParaRPr lang="en-IN" sz="2800" b="1" dirty="0">
              <a:effectLst/>
              <a:latin typeface="Calibri" panose="020F0502020204030204" pitchFamily="34" charset="0"/>
              <a:ea typeface="Calibri" panose="020F0502020204030204" pitchFamily="34" charset="0"/>
              <a:cs typeface="Times New Roman" panose="02020603050405020304" pitchFamily="18" charset="0"/>
            </a:endParaRPr>
          </a:p>
          <a:p>
            <a:pPr marL="63500" lvl="0" rtl="0">
              <a:lnSpc>
                <a:spcPct val="150000"/>
              </a:lnSpc>
              <a:spcBef>
                <a:spcPts val="0"/>
              </a:spcBef>
              <a:spcAft>
                <a:spcPts val="0"/>
              </a:spcAft>
              <a:buClr>
                <a:srgbClr val="FFFFFF"/>
              </a:buClr>
              <a:buSzPts val="2600"/>
            </a:pPr>
            <a:endParaRPr lang="en-US" sz="32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A33F4AF-463E-0555-2C56-DFD9698D7607}"/>
              </a:ext>
            </a:extLst>
          </p:cNvPr>
          <p:cNvPicPr>
            <a:picLocks noChangeAspect="1"/>
          </p:cNvPicPr>
          <p:nvPr/>
        </p:nvPicPr>
        <p:blipFill>
          <a:blip r:embed="rId2"/>
          <a:stretch>
            <a:fillRect/>
          </a:stretch>
        </p:blipFill>
        <p:spPr>
          <a:xfrm>
            <a:off x="9942789" y="990600"/>
            <a:ext cx="7010400" cy="4343400"/>
          </a:xfrm>
          <a:prstGeom prst="rect">
            <a:avLst/>
          </a:prstGeom>
        </p:spPr>
      </p:pic>
      <p:pic>
        <p:nvPicPr>
          <p:cNvPr id="7" name="Picture 6">
            <a:extLst>
              <a:ext uri="{FF2B5EF4-FFF2-40B4-BE49-F238E27FC236}">
                <a16:creationId xmlns:a16="http://schemas.microsoft.com/office/drawing/2014/main" id="{CDAB0F70-05AB-99BE-E3DD-DF3CAAAD8864}"/>
              </a:ext>
            </a:extLst>
          </p:cNvPr>
          <p:cNvPicPr>
            <a:picLocks noChangeAspect="1"/>
          </p:cNvPicPr>
          <p:nvPr/>
        </p:nvPicPr>
        <p:blipFill>
          <a:blip r:embed="rId3"/>
          <a:stretch>
            <a:fillRect/>
          </a:stretch>
        </p:blipFill>
        <p:spPr>
          <a:xfrm>
            <a:off x="9924396" y="5372100"/>
            <a:ext cx="7010400" cy="4343400"/>
          </a:xfrm>
          <a:prstGeom prst="rect">
            <a:avLst/>
          </a:prstGeom>
        </p:spPr>
      </p:pic>
    </p:spTree>
    <p:extLst>
      <p:ext uri="{BB962C8B-B14F-4D97-AF65-F5344CB8AC3E}">
        <p14:creationId xmlns:p14="http://schemas.microsoft.com/office/powerpoint/2010/main" val="12882905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1">
            <a:extLst>
              <a:ext uri="{FF2B5EF4-FFF2-40B4-BE49-F238E27FC236}">
                <a16:creationId xmlns:a16="http://schemas.microsoft.com/office/drawing/2014/main" id="{8852F563-D90C-E39F-087E-984C071D51D3}"/>
              </a:ext>
            </a:extLst>
          </p:cNvPr>
          <p:cNvSpPr/>
          <p:nvPr/>
        </p:nvSpPr>
        <p:spPr>
          <a:xfrm>
            <a:off x="-7884" y="571500"/>
            <a:ext cx="9990083" cy="838200"/>
          </a:xfrm>
          <a:prstGeom prst="round1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10BCCC9E-2078-FF70-2CE5-4E671FE2E367}"/>
              </a:ext>
            </a:extLst>
          </p:cNvPr>
          <p:cNvSpPr txBox="1"/>
          <p:nvPr/>
        </p:nvSpPr>
        <p:spPr>
          <a:xfrm>
            <a:off x="796157" y="571500"/>
            <a:ext cx="8382000"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Questionnaire for business man </a:t>
            </a:r>
          </a:p>
        </p:txBody>
      </p:sp>
      <p:sp>
        <p:nvSpPr>
          <p:cNvPr id="4" name="TextBox 3">
            <a:extLst>
              <a:ext uri="{FF2B5EF4-FFF2-40B4-BE49-F238E27FC236}">
                <a16:creationId xmlns:a16="http://schemas.microsoft.com/office/drawing/2014/main" id="{0C7B246C-E01C-DB6C-8F12-70ADB59B4BEA}"/>
              </a:ext>
            </a:extLst>
          </p:cNvPr>
          <p:cNvSpPr txBox="1"/>
          <p:nvPr/>
        </p:nvSpPr>
        <p:spPr>
          <a:xfrm>
            <a:off x="796157" y="1943100"/>
            <a:ext cx="9033643" cy="6631303"/>
          </a:xfrm>
          <a:prstGeom prst="rect">
            <a:avLst/>
          </a:prstGeom>
          <a:noFill/>
        </p:spPr>
        <p:txBody>
          <a:bodyPr wrap="square" rtlCol="0">
            <a:spAutoFit/>
          </a:bodyPr>
          <a:lstStyle/>
          <a:p>
            <a:pPr marL="540385" marR="89535" algn="just">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1What is the advantage of technology?</a:t>
            </a:r>
            <a:endParaRPr lang="en-IN" sz="28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540385" marR="89535" algn="just">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Time saving</a:t>
            </a:r>
            <a:endParaRPr lang="en-IN" sz="28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540385" marR="89535" algn="just">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 Fast work</a:t>
            </a:r>
            <a:endParaRPr lang="en-IN" sz="28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540385" marR="89535" algn="just">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Both</a:t>
            </a:r>
            <a:endParaRPr lang="en-IN" sz="28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540385" marR="89535" algn="just">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 2. It is a better way to connect the people?</a:t>
            </a:r>
            <a:endParaRPr lang="en-IN" sz="32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540385" marR="89535" algn="just">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Yes </a:t>
            </a:r>
            <a:endParaRPr lang="en-IN" sz="32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540385" marR="89535" algn="just">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No</a:t>
            </a:r>
            <a:endParaRPr lang="en-IN" sz="32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540385" marR="89535" algn="just">
              <a:lnSpc>
                <a:spcPct val="150000"/>
              </a:lnSpc>
              <a:spcAft>
                <a:spcPts val="800"/>
              </a:spcAft>
            </a:pPr>
            <a:r>
              <a:rPr lang="en-IN" sz="3200" b="1" dirty="0">
                <a:effectLst/>
                <a:latin typeface="Times New Roman" panose="02020603050405020304" pitchFamily="18" charset="0"/>
                <a:ea typeface=""/>
                <a:cs typeface="Times New Roman" panose="02020603050405020304" pitchFamily="18" charset="0"/>
              </a:rPr>
              <a:t>Definitely not</a:t>
            </a:r>
            <a:endParaRPr lang="en-IN" sz="32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85B24BFC-6109-102F-09B5-6C06657F2C2E}"/>
              </a:ext>
            </a:extLst>
          </p:cNvPr>
          <p:cNvPicPr>
            <a:picLocks noChangeAspect="1"/>
          </p:cNvPicPr>
          <p:nvPr/>
        </p:nvPicPr>
        <p:blipFill>
          <a:blip r:embed="rId2"/>
          <a:stretch>
            <a:fillRect/>
          </a:stretch>
        </p:blipFill>
        <p:spPr>
          <a:xfrm>
            <a:off x="10786240" y="5524500"/>
            <a:ext cx="6705602" cy="4218057"/>
          </a:xfrm>
          <a:prstGeom prst="rect">
            <a:avLst/>
          </a:prstGeom>
        </p:spPr>
      </p:pic>
      <p:pic>
        <p:nvPicPr>
          <p:cNvPr id="8" name="Picture 7">
            <a:extLst>
              <a:ext uri="{FF2B5EF4-FFF2-40B4-BE49-F238E27FC236}">
                <a16:creationId xmlns:a16="http://schemas.microsoft.com/office/drawing/2014/main" id="{9E2739E5-7987-49BB-CEDA-66E31222B88D}"/>
              </a:ext>
            </a:extLst>
          </p:cNvPr>
          <p:cNvPicPr>
            <a:picLocks noChangeAspect="1"/>
          </p:cNvPicPr>
          <p:nvPr/>
        </p:nvPicPr>
        <p:blipFill>
          <a:blip r:embed="rId3"/>
          <a:stretch>
            <a:fillRect/>
          </a:stretch>
        </p:blipFill>
        <p:spPr>
          <a:xfrm>
            <a:off x="10786240" y="925443"/>
            <a:ext cx="6705603" cy="4218057"/>
          </a:xfrm>
          <a:prstGeom prst="rect">
            <a:avLst/>
          </a:prstGeom>
        </p:spPr>
      </p:pic>
    </p:spTree>
    <p:extLst>
      <p:ext uri="{BB962C8B-B14F-4D97-AF65-F5344CB8AC3E}">
        <p14:creationId xmlns:p14="http://schemas.microsoft.com/office/powerpoint/2010/main" val="1604830501"/>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2470" y="-103237"/>
            <a:ext cx="7815528" cy="4943459"/>
          </a:xfrm>
          <a:prstGeom prst="rect">
            <a:avLst/>
          </a:prstGeom>
          <a:blipFill>
            <a:blip r:embed="rId2" cstate="print"/>
            <a:stretch>
              <a:fillRect/>
            </a:stretch>
          </a:blipFill>
        </p:spPr>
        <p:txBody>
          <a:bodyPr wrap="square" lIns="0" tIns="0" rIns="0" bIns="0" rtlCol="0"/>
          <a:lstStyle/>
          <a:p>
            <a:endParaRPr/>
          </a:p>
        </p:txBody>
      </p:sp>
      <p:grpSp>
        <p:nvGrpSpPr>
          <p:cNvPr id="3" name="object 3"/>
          <p:cNvGrpSpPr/>
          <p:nvPr/>
        </p:nvGrpSpPr>
        <p:grpSpPr>
          <a:xfrm>
            <a:off x="10472470" y="3404524"/>
            <a:ext cx="7815528" cy="6879640"/>
            <a:chOff x="10472470" y="3404524"/>
            <a:chExt cx="7815528" cy="6879640"/>
          </a:xfrm>
        </p:grpSpPr>
        <p:sp>
          <p:nvSpPr>
            <p:cNvPr id="4" name="object 4"/>
            <p:cNvSpPr/>
            <p:nvPr/>
          </p:nvSpPr>
          <p:spPr>
            <a:xfrm>
              <a:off x="10472470" y="5235915"/>
              <a:ext cx="7815528" cy="5048249"/>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3893825" y="3404524"/>
              <a:ext cx="3086100" cy="3086100"/>
            </a:xfrm>
            <a:custGeom>
              <a:avLst/>
              <a:gdLst/>
              <a:ahLst/>
              <a:cxnLst/>
              <a:rect l="l" t="t" r="r" b="b"/>
              <a:pathLst>
                <a:path w="3086100" h="3086100">
                  <a:moveTo>
                    <a:pt x="1543213" y="3086097"/>
                  </a:moveTo>
                  <a:lnTo>
                    <a:pt x="1494984" y="3085365"/>
                  </a:lnTo>
                  <a:lnTo>
                    <a:pt x="1447289" y="3083177"/>
                  </a:lnTo>
                  <a:lnTo>
                    <a:pt x="1399981" y="3079555"/>
                  </a:lnTo>
                  <a:lnTo>
                    <a:pt x="1353082" y="3074522"/>
                  </a:lnTo>
                  <a:lnTo>
                    <a:pt x="1306612" y="3068099"/>
                  </a:lnTo>
                  <a:lnTo>
                    <a:pt x="1260594" y="3060307"/>
                  </a:lnTo>
                  <a:lnTo>
                    <a:pt x="1215048" y="3051167"/>
                  </a:lnTo>
                  <a:lnTo>
                    <a:pt x="1169997" y="3040701"/>
                  </a:lnTo>
                  <a:lnTo>
                    <a:pt x="1125460" y="3028930"/>
                  </a:lnTo>
                  <a:lnTo>
                    <a:pt x="1081461" y="3015875"/>
                  </a:lnTo>
                  <a:lnTo>
                    <a:pt x="1038019" y="3001559"/>
                  </a:lnTo>
                  <a:lnTo>
                    <a:pt x="995157" y="2986001"/>
                  </a:lnTo>
                  <a:lnTo>
                    <a:pt x="952895" y="2969224"/>
                  </a:lnTo>
                  <a:lnTo>
                    <a:pt x="911256" y="2951248"/>
                  </a:lnTo>
                  <a:lnTo>
                    <a:pt x="870260" y="2932096"/>
                  </a:lnTo>
                  <a:lnTo>
                    <a:pt x="829928" y="2911788"/>
                  </a:lnTo>
                  <a:lnTo>
                    <a:pt x="790283" y="2890346"/>
                  </a:lnTo>
                  <a:lnTo>
                    <a:pt x="751345" y="2867791"/>
                  </a:lnTo>
                  <a:lnTo>
                    <a:pt x="713136" y="2844145"/>
                  </a:lnTo>
                  <a:lnTo>
                    <a:pt x="675677" y="2819428"/>
                  </a:lnTo>
                  <a:lnTo>
                    <a:pt x="638989" y="2793662"/>
                  </a:lnTo>
                  <a:lnTo>
                    <a:pt x="603094" y="2766869"/>
                  </a:lnTo>
                  <a:lnTo>
                    <a:pt x="568013" y="2739070"/>
                  </a:lnTo>
                  <a:lnTo>
                    <a:pt x="533768" y="2710286"/>
                  </a:lnTo>
                  <a:lnTo>
                    <a:pt x="500379" y="2680538"/>
                  </a:lnTo>
                  <a:lnTo>
                    <a:pt x="467869" y="2649849"/>
                  </a:lnTo>
                  <a:lnTo>
                    <a:pt x="436258" y="2618238"/>
                  </a:lnTo>
                  <a:lnTo>
                    <a:pt x="405567" y="2585728"/>
                  </a:lnTo>
                  <a:lnTo>
                    <a:pt x="375819" y="2552340"/>
                  </a:lnTo>
                  <a:lnTo>
                    <a:pt x="347035" y="2518095"/>
                  </a:lnTo>
                  <a:lnTo>
                    <a:pt x="319235" y="2483014"/>
                  </a:lnTo>
                  <a:lnTo>
                    <a:pt x="292441" y="2447119"/>
                  </a:lnTo>
                  <a:lnTo>
                    <a:pt x="266675" y="2410432"/>
                  </a:lnTo>
                  <a:lnTo>
                    <a:pt x="241958" y="2372973"/>
                  </a:lnTo>
                  <a:lnTo>
                    <a:pt x="218311" y="2334764"/>
                  </a:lnTo>
                  <a:lnTo>
                    <a:pt x="195756" y="2295826"/>
                  </a:lnTo>
                  <a:lnTo>
                    <a:pt x="174313" y="2256180"/>
                  </a:lnTo>
                  <a:lnTo>
                    <a:pt x="154004" y="2215849"/>
                  </a:lnTo>
                  <a:lnTo>
                    <a:pt x="134852" y="2174852"/>
                  </a:lnTo>
                  <a:lnTo>
                    <a:pt x="116876" y="2133212"/>
                  </a:lnTo>
                  <a:lnTo>
                    <a:pt x="100098" y="2090951"/>
                  </a:lnTo>
                  <a:lnTo>
                    <a:pt x="84540" y="2048088"/>
                  </a:lnTo>
                  <a:lnTo>
                    <a:pt x="70223" y="2004646"/>
                  </a:lnTo>
                  <a:lnTo>
                    <a:pt x="57168" y="1960646"/>
                  </a:lnTo>
                  <a:lnTo>
                    <a:pt x="45396" y="1916109"/>
                  </a:lnTo>
                  <a:lnTo>
                    <a:pt x="34930" y="1871056"/>
                  </a:lnTo>
                  <a:lnTo>
                    <a:pt x="25790" y="1825510"/>
                  </a:lnTo>
                  <a:lnTo>
                    <a:pt x="17997" y="1779490"/>
                  </a:lnTo>
                  <a:lnTo>
                    <a:pt x="11574" y="1733020"/>
                  </a:lnTo>
                  <a:lnTo>
                    <a:pt x="6540" y="1686119"/>
                  </a:lnTo>
                  <a:lnTo>
                    <a:pt x="2919" y="1638809"/>
                  </a:lnTo>
                  <a:lnTo>
                    <a:pt x="730" y="1591112"/>
                  </a:lnTo>
                  <a:lnTo>
                    <a:pt x="0" y="1542810"/>
                  </a:lnTo>
                  <a:lnTo>
                    <a:pt x="730" y="1494988"/>
                  </a:lnTo>
                  <a:lnTo>
                    <a:pt x="2919" y="1447293"/>
                  </a:lnTo>
                  <a:lnTo>
                    <a:pt x="6540" y="1399985"/>
                  </a:lnTo>
                  <a:lnTo>
                    <a:pt x="11574" y="1353085"/>
                  </a:lnTo>
                  <a:lnTo>
                    <a:pt x="17997" y="1306616"/>
                  </a:lnTo>
                  <a:lnTo>
                    <a:pt x="25790" y="1260597"/>
                  </a:lnTo>
                  <a:lnTo>
                    <a:pt x="34930" y="1215052"/>
                  </a:lnTo>
                  <a:lnTo>
                    <a:pt x="45396" y="1170000"/>
                  </a:lnTo>
                  <a:lnTo>
                    <a:pt x="57168" y="1125464"/>
                  </a:lnTo>
                  <a:lnTo>
                    <a:pt x="70223" y="1081464"/>
                  </a:lnTo>
                  <a:lnTo>
                    <a:pt x="84540" y="1038023"/>
                  </a:lnTo>
                  <a:lnTo>
                    <a:pt x="100098" y="995161"/>
                  </a:lnTo>
                  <a:lnTo>
                    <a:pt x="116876" y="952899"/>
                  </a:lnTo>
                  <a:lnTo>
                    <a:pt x="134852" y="911260"/>
                  </a:lnTo>
                  <a:lnTo>
                    <a:pt x="154004" y="870263"/>
                  </a:lnTo>
                  <a:lnTo>
                    <a:pt x="174313" y="829932"/>
                  </a:lnTo>
                  <a:lnTo>
                    <a:pt x="195756" y="790287"/>
                  </a:lnTo>
                  <a:lnTo>
                    <a:pt x="218311" y="751349"/>
                  </a:lnTo>
                  <a:lnTo>
                    <a:pt x="241958" y="713140"/>
                  </a:lnTo>
                  <a:lnTo>
                    <a:pt x="266675" y="675680"/>
                  </a:lnTo>
                  <a:lnTo>
                    <a:pt x="292441" y="638993"/>
                  </a:lnTo>
                  <a:lnTo>
                    <a:pt x="319235" y="603098"/>
                  </a:lnTo>
                  <a:lnTo>
                    <a:pt x="347035" y="568017"/>
                  </a:lnTo>
                  <a:lnTo>
                    <a:pt x="375819" y="533771"/>
                  </a:lnTo>
                  <a:lnTo>
                    <a:pt x="405567" y="500383"/>
                  </a:lnTo>
                  <a:lnTo>
                    <a:pt x="436258" y="467872"/>
                  </a:lnTo>
                  <a:lnTo>
                    <a:pt x="467869" y="436261"/>
                  </a:lnTo>
                  <a:lnTo>
                    <a:pt x="500379" y="405571"/>
                  </a:lnTo>
                  <a:lnTo>
                    <a:pt x="533768" y="375823"/>
                  </a:lnTo>
                  <a:lnTo>
                    <a:pt x="568013" y="347038"/>
                  </a:lnTo>
                  <a:lnTo>
                    <a:pt x="603094" y="319239"/>
                  </a:lnTo>
                  <a:lnTo>
                    <a:pt x="638989" y="292445"/>
                  </a:lnTo>
                  <a:lnTo>
                    <a:pt x="675677" y="266679"/>
                  </a:lnTo>
                  <a:lnTo>
                    <a:pt x="713136" y="241962"/>
                  </a:lnTo>
                  <a:lnTo>
                    <a:pt x="751345" y="218315"/>
                  </a:lnTo>
                  <a:lnTo>
                    <a:pt x="790283" y="195759"/>
                  </a:lnTo>
                  <a:lnTo>
                    <a:pt x="829928" y="174316"/>
                  </a:lnTo>
                  <a:lnTo>
                    <a:pt x="870260" y="154008"/>
                  </a:lnTo>
                  <a:lnTo>
                    <a:pt x="911256" y="134855"/>
                  </a:lnTo>
                  <a:lnTo>
                    <a:pt x="952895" y="116879"/>
                  </a:lnTo>
                  <a:lnTo>
                    <a:pt x="995157" y="100102"/>
                  </a:lnTo>
                  <a:lnTo>
                    <a:pt x="1038019" y="84543"/>
                  </a:lnTo>
                  <a:lnTo>
                    <a:pt x="1081461" y="70226"/>
                  </a:lnTo>
                  <a:lnTo>
                    <a:pt x="1125460" y="57171"/>
                  </a:lnTo>
                  <a:lnTo>
                    <a:pt x="1169997" y="45400"/>
                  </a:lnTo>
                  <a:lnTo>
                    <a:pt x="1215048" y="34933"/>
                  </a:lnTo>
                  <a:lnTo>
                    <a:pt x="1260594" y="25793"/>
                  </a:lnTo>
                  <a:lnTo>
                    <a:pt x="1306612" y="18001"/>
                  </a:lnTo>
                  <a:lnTo>
                    <a:pt x="1353082" y="11577"/>
                  </a:lnTo>
                  <a:lnTo>
                    <a:pt x="1399981" y="6544"/>
                  </a:lnTo>
                  <a:lnTo>
                    <a:pt x="1447289" y="2922"/>
                  </a:lnTo>
                  <a:lnTo>
                    <a:pt x="1494984" y="734"/>
                  </a:lnTo>
                  <a:lnTo>
                    <a:pt x="1543041" y="0"/>
                  </a:lnTo>
                  <a:lnTo>
                    <a:pt x="1591107" y="734"/>
                  </a:lnTo>
                  <a:lnTo>
                    <a:pt x="1638803" y="2922"/>
                  </a:lnTo>
                  <a:lnTo>
                    <a:pt x="1686111" y="6544"/>
                  </a:lnTo>
                  <a:lnTo>
                    <a:pt x="1733010" y="11577"/>
                  </a:lnTo>
                  <a:lnTo>
                    <a:pt x="1779480" y="18001"/>
                  </a:lnTo>
                  <a:lnTo>
                    <a:pt x="1825498" y="25793"/>
                  </a:lnTo>
                  <a:lnTo>
                    <a:pt x="1871043" y="34933"/>
                  </a:lnTo>
                  <a:lnTo>
                    <a:pt x="1916095" y="45400"/>
                  </a:lnTo>
                  <a:lnTo>
                    <a:pt x="1960631" y="57171"/>
                  </a:lnTo>
                  <a:lnTo>
                    <a:pt x="2004631" y="70226"/>
                  </a:lnTo>
                  <a:lnTo>
                    <a:pt x="2048072" y="84543"/>
                  </a:lnTo>
                  <a:lnTo>
                    <a:pt x="2090935" y="100102"/>
                  </a:lnTo>
                  <a:lnTo>
                    <a:pt x="2133196" y="116879"/>
                  </a:lnTo>
                  <a:lnTo>
                    <a:pt x="2174836" y="134855"/>
                  </a:lnTo>
                  <a:lnTo>
                    <a:pt x="2215832" y="154008"/>
                  </a:lnTo>
                  <a:lnTo>
                    <a:pt x="2256163" y="174316"/>
                  </a:lnTo>
                  <a:lnTo>
                    <a:pt x="2295809" y="195759"/>
                  </a:lnTo>
                  <a:lnTo>
                    <a:pt x="2334746" y="218315"/>
                  </a:lnTo>
                  <a:lnTo>
                    <a:pt x="2372956" y="241962"/>
                  </a:lnTo>
                  <a:lnTo>
                    <a:pt x="2410415" y="266679"/>
                  </a:lnTo>
                  <a:lnTo>
                    <a:pt x="2447103" y="292445"/>
                  </a:lnTo>
                  <a:lnTo>
                    <a:pt x="2482997" y="319239"/>
                  </a:lnTo>
                  <a:lnTo>
                    <a:pt x="2518078" y="347038"/>
                  </a:lnTo>
                  <a:lnTo>
                    <a:pt x="2552324" y="375823"/>
                  </a:lnTo>
                  <a:lnTo>
                    <a:pt x="2585712" y="405571"/>
                  </a:lnTo>
                  <a:lnTo>
                    <a:pt x="2618223" y="436261"/>
                  </a:lnTo>
                  <a:lnTo>
                    <a:pt x="2649834" y="467872"/>
                  </a:lnTo>
                  <a:lnTo>
                    <a:pt x="2680524" y="500383"/>
                  </a:lnTo>
                  <a:lnTo>
                    <a:pt x="2710272" y="533771"/>
                  </a:lnTo>
                  <a:lnTo>
                    <a:pt x="2739057" y="568017"/>
                  </a:lnTo>
                  <a:lnTo>
                    <a:pt x="2766857" y="603098"/>
                  </a:lnTo>
                  <a:lnTo>
                    <a:pt x="2793650" y="638993"/>
                  </a:lnTo>
                  <a:lnTo>
                    <a:pt x="2819416" y="675680"/>
                  </a:lnTo>
                  <a:lnTo>
                    <a:pt x="2844134" y="713140"/>
                  </a:lnTo>
                  <a:lnTo>
                    <a:pt x="2867781" y="751349"/>
                  </a:lnTo>
                  <a:lnTo>
                    <a:pt x="2890336" y="790287"/>
                  </a:lnTo>
                  <a:lnTo>
                    <a:pt x="2911779" y="829932"/>
                  </a:lnTo>
                  <a:lnTo>
                    <a:pt x="2932087" y="870263"/>
                  </a:lnTo>
                  <a:lnTo>
                    <a:pt x="2951240" y="911260"/>
                  </a:lnTo>
                  <a:lnTo>
                    <a:pt x="2969216" y="952899"/>
                  </a:lnTo>
                  <a:lnTo>
                    <a:pt x="2985994" y="995161"/>
                  </a:lnTo>
                  <a:lnTo>
                    <a:pt x="3001552" y="1038023"/>
                  </a:lnTo>
                  <a:lnTo>
                    <a:pt x="3015869" y="1081464"/>
                  </a:lnTo>
                  <a:lnTo>
                    <a:pt x="3028924" y="1125464"/>
                  </a:lnTo>
                  <a:lnTo>
                    <a:pt x="3040695" y="1170000"/>
                  </a:lnTo>
                  <a:lnTo>
                    <a:pt x="3051162" y="1215052"/>
                  </a:lnTo>
                  <a:lnTo>
                    <a:pt x="3060302" y="1260597"/>
                  </a:lnTo>
                  <a:lnTo>
                    <a:pt x="3068095" y="1306616"/>
                  </a:lnTo>
                  <a:lnTo>
                    <a:pt x="3074518" y="1353085"/>
                  </a:lnTo>
                  <a:lnTo>
                    <a:pt x="3079551" y="1399985"/>
                  </a:lnTo>
                  <a:lnTo>
                    <a:pt x="3083173" y="1447293"/>
                  </a:lnTo>
                  <a:lnTo>
                    <a:pt x="3085362" y="1494988"/>
                  </a:lnTo>
                  <a:lnTo>
                    <a:pt x="3086089" y="1543049"/>
                  </a:lnTo>
                  <a:lnTo>
                    <a:pt x="3085362" y="1591112"/>
                  </a:lnTo>
                  <a:lnTo>
                    <a:pt x="3083173" y="1638809"/>
                  </a:lnTo>
                  <a:lnTo>
                    <a:pt x="3079551" y="1686119"/>
                  </a:lnTo>
                  <a:lnTo>
                    <a:pt x="3074518" y="1733020"/>
                  </a:lnTo>
                  <a:lnTo>
                    <a:pt x="3068095" y="1779490"/>
                  </a:lnTo>
                  <a:lnTo>
                    <a:pt x="3060302" y="1825510"/>
                  </a:lnTo>
                  <a:lnTo>
                    <a:pt x="3051162" y="1871056"/>
                  </a:lnTo>
                  <a:lnTo>
                    <a:pt x="3040695" y="1916109"/>
                  </a:lnTo>
                  <a:lnTo>
                    <a:pt x="3028924" y="1960646"/>
                  </a:lnTo>
                  <a:lnTo>
                    <a:pt x="3015869" y="2004646"/>
                  </a:lnTo>
                  <a:lnTo>
                    <a:pt x="3001552" y="2048088"/>
                  </a:lnTo>
                  <a:lnTo>
                    <a:pt x="2985994" y="2090951"/>
                  </a:lnTo>
                  <a:lnTo>
                    <a:pt x="2969216" y="2133212"/>
                  </a:lnTo>
                  <a:lnTo>
                    <a:pt x="2951240" y="2174852"/>
                  </a:lnTo>
                  <a:lnTo>
                    <a:pt x="2932087" y="2215849"/>
                  </a:lnTo>
                  <a:lnTo>
                    <a:pt x="2911779" y="2256180"/>
                  </a:lnTo>
                  <a:lnTo>
                    <a:pt x="2890336" y="2295826"/>
                  </a:lnTo>
                  <a:lnTo>
                    <a:pt x="2867781" y="2334764"/>
                  </a:lnTo>
                  <a:lnTo>
                    <a:pt x="2844134" y="2372973"/>
                  </a:lnTo>
                  <a:lnTo>
                    <a:pt x="2819416" y="2410432"/>
                  </a:lnTo>
                  <a:lnTo>
                    <a:pt x="2793650" y="2447119"/>
                  </a:lnTo>
                  <a:lnTo>
                    <a:pt x="2766857" y="2483014"/>
                  </a:lnTo>
                  <a:lnTo>
                    <a:pt x="2739057" y="2518095"/>
                  </a:lnTo>
                  <a:lnTo>
                    <a:pt x="2710272" y="2552340"/>
                  </a:lnTo>
                  <a:lnTo>
                    <a:pt x="2680524" y="2585728"/>
                  </a:lnTo>
                  <a:lnTo>
                    <a:pt x="2649834" y="2618238"/>
                  </a:lnTo>
                  <a:lnTo>
                    <a:pt x="2618223" y="2649849"/>
                  </a:lnTo>
                  <a:lnTo>
                    <a:pt x="2585712" y="2680538"/>
                  </a:lnTo>
                  <a:lnTo>
                    <a:pt x="2552324" y="2710286"/>
                  </a:lnTo>
                  <a:lnTo>
                    <a:pt x="2518078" y="2739070"/>
                  </a:lnTo>
                  <a:lnTo>
                    <a:pt x="2482997" y="2766869"/>
                  </a:lnTo>
                  <a:lnTo>
                    <a:pt x="2447103" y="2793662"/>
                  </a:lnTo>
                  <a:lnTo>
                    <a:pt x="2410415" y="2819428"/>
                  </a:lnTo>
                  <a:lnTo>
                    <a:pt x="2372956" y="2844145"/>
                  </a:lnTo>
                  <a:lnTo>
                    <a:pt x="2334746" y="2867791"/>
                  </a:lnTo>
                  <a:lnTo>
                    <a:pt x="2295809" y="2890346"/>
                  </a:lnTo>
                  <a:lnTo>
                    <a:pt x="2256163" y="2911788"/>
                  </a:lnTo>
                  <a:lnTo>
                    <a:pt x="2215832" y="2932096"/>
                  </a:lnTo>
                  <a:lnTo>
                    <a:pt x="2174836" y="2951248"/>
                  </a:lnTo>
                  <a:lnTo>
                    <a:pt x="2133196" y="2969224"/>
                  </a:lnTo>
                  <a:lnTo>
                    <a:pt x="2090935" y="2986001"/>
                  </a:lnTo>
                  <a:lnTo>
                    <a:pt x="2048072" y="3001559"/>
                  </a:lnTo>
                  <a:lnTo>
                    <a:pt x="2004631" y="3015875"/>
                  </a:lnTo>
                  <a:lnTo>
                    <a:pt x="1960631" y="3028930"/>
                  </a:lnTo>
                  <a:lnTo>
                    <a:pt x="1916095" y="3040701"/>
                  </a:lnTo>
                  <a:lnTo>
                    <a:pt x="1871043" y="3051167"/>
                  </a:lnTo>
                  <a:lnTo>
                    <a:pt x="1825498" y="3060307"/>
                  </a:lnTo>
                  <a:lnTo>
                    <a:pt x="1779480" y="3068099"/>
                  </a:lnTo>
                  <a:lnTo>
                    <a:pt x="1733010" y="3074522"/>
                  </a:lnTo>
                  <a:lnTo>
                    <a:pt x="1686111" y="3079555"/>
                  </a:lnTo>
                  <a:lnTo>
                    <a:pt x="1638803" y="3083177"/>
                  </a:lnTo>
                  <a:lnTo>
                    <a:pt x="1591107" y="3085365"/>
                  </a:lnTo>
                  <a:lnTo>
                    <a:pt x="1543213" y="3086097"/>
                  </a:lnTo>
                  <a:close/>
                </a:path>
              </a:pathLst>
            </a:custGeom>
            <a:solidFill>
              <a:srgbClr val="003873"/>
            </a:solidFill>
          </p:spPr>
          <p:txBody>
            <a:bodyPr wrap="square" lIns="0" tIns="0" rIns="0" bIns="0" rtlCol="0"/>
            <a:lstStyle/>
            <a:p>
              <a:endParaRPr/>
            </a:p>
          </p:txBody>
        </p:sp>
        <p:sp>
          <p:nvSpPr>
            <p:cNvPr id="6" name="object 6"/>
            <p:cNvSpPr/>
            <p:nvPr/>
          </p:nvSpPr>
          <p:spPr>
            <a:xfrm>
              <a:off x="14111904" y="3622608"/>
              <a:ext cx="2650490" cy="2650490"/>
            </a:xfrm>
            <a:custGeom>
              <a:avLst/>
              <a:gdLst/>
              <a:ahLst/>
              <a:cxnLst/>
              <a:rect l="l" t="t" r="r" b="b"/>
              <a:pathLst>
                <a:path w="2650490" h="2650490">
                  <a:moveTo>
                    <a:pt x="1324965" y="2649930"/>
                  </a:moveTo>
                  <a:lnTo>
                    <a:pt x="1276391" y="2649056"/>
                  </a:lnTo>
                  <a:lnTo>
                    <a:pt x="1228257" y="2646455"/>
                  </a:lnTo>
                  <a:lnTo>
                    <a:pt x="1180594" y="2642156"/>
                  </a:lnTo>
                  <a:lnTo>
                    <a:pt x="1133431" y="2636188"/>
                  </a:lnTo>
                  <a:lnTo>
                    <a:pt x="1086799" y="2628583"/>
                  </a:lnTo>
                  <a:lnTo>
                    <a:pt x="1040727" y="2619370"/>
                  </a:lnTo>
                  <a:lnTo>
                    <a:pt x="995245" y="2608579"/>
                  </a:lnTo>
                  <a:lnTo>
                    <a:pt x="950383" y="2596240"/>
                  </a:lnTo>
                  <a:lnTo>
                    <a:pt x="906171" y="2582383"/>
                  </a:lnTo>
                  <a:lnTo>
                    <a:pt x="862639" y="2567038"/>
                  </a:lnTo>
                  <a:lnTo>
                    <a:pt x="819817" y="2550234"/>
                  </a:lnTo>
                  <a:lnTo>
                    <a:pt x="777735" y="2532002"/>
                  </a:lnTo>
                  <a:lnTo>
                    <a:pt x="736422" y="2512371"/>
                  </a:lnTo>
                  <a:lnTo>
                    <a:pt x="695910" y="2491372"/>
                  </a:lnTo>
                  <a:lnTo>
                    <a:pt x="656227" y="2469035"/>
                  </a:lnTo>
                  <a:lnTo>
                    <a:pt x="617403" y="2445389"/>
                  </a:lnTo>
                  <a:lnTo>
                    <a:pt x="579469" y="2420464"/>
                  </a:lnTo>
                  <a:lnTo>
                    <a:pt x="542455" y="2394290"/>
                  </a:lnTo>
                  <a:lnTo>
                    <a:pt x="506390" y="2366898"/>
                  </a:lnTo>
                  <a:lnTo>
                    <a:pt x="471304" y="2338317"/>
                  </a:lnTo>
                  <a:lnTo>
                    <a:pt x="437227" y="2308577"/>
                  </a:lnTo>
                  <a:lnTo>
                    <a:pt x="404190" y="2277708"/>
                  </a:lnTo>
                  <a:lnTo>
                    <a:pt x="372222" y="2245739"/>
                  </a:lnTo>
                  <a:lnTo>
                    <a:pt x="341353" y="2212702"/>
                  </a:lnTo>
                  <a:lnTo>
                    <a:pt x="311613" y="2178625"/>
                  </a:lnTo>
                  <a:lnTo>
                    <a:pt x="283031" y="2143540"/>
                  </a:lnTo>
                  <a:lnTo>
                    <a:pt x="255639" y="2107475"/>
                  </a:lnTo>
                  <a:lnTo>
                    <a:pt x="229465" y="2070460"/>
                  </a:lnTo>
                  <a:lnTo>
                    <a:pt x="204541" y="2032526"/>
                  </a:lnTo>
                  <a:lnTo>
                    <a:pt x="180894" y="1993703"/>
                  </a:lnTo>
                  <a:lnTo>
                    <a:pt x="158557" y="1954020"/>
                  </a:lnTo>
                  <a:lnTo>
                    <a:pt x="137558" y="1913507"/>
                  </a:lnTo>
                  <a:lnTo>
                    <a:pt x="117927" y="1872195"/>
                  </a:lnTo>
                  <a:lnTo>
                    <a:pt x="99695" y="1830112"/>
                  </a:lnTo>
                  <a:lnTo>
                    <a:pt x="82892" y="1787290"/>
                  </a:lnTo>
                  <a:lnTo>
                    <a:pt x="67546" y="1743758"/>
                  </a:lnTo>
                  <a:lnTo>
                    <a:pt x="53689" y="1699547"/>
                  </a:lnTo>
                  <a:lnTo>
                    <a:pt x="41350" y="1654685"/>
                  </a:lnTo>
                  <a:lnTo>
                    <a:pt x="30559" y="1609203"/>
                  </a:lnTo>
                  <a:lnTo>
                    <a:pt x="21346" y="1563130"/>
                  </a:lnTo>
                  <a:lnTo>
                    <a:pt x="13741" y="1516498"/>
                  </a:lnTo>
                  <a:lnTo>
                    <a:pt x="7774" y="1469335"/>
                  </a:lnTo>
                  <a:lnTo>
                    <a:pt x="3474" y="1421672"/>
                  </a:lnTo>
                  <a:lnTo>
                    <a:pt x="873" y="1373539"/>
                  </a:lnTo>
                  <a:lnTo>
                    <a:pt x="0" y="1324990"/>
                  </a:lnTo>
                  <a:lnTo>
                    <a:pt x="873" y="1276393"/>
                  </a:lnTo>
                  <a:lnTo>
                    <a:pt x="3474" y="1228261"/>
                  </a:lnTo>
                  <a:lnTo>
                    <a:pt x="7774" y="1180599"/>
                  </a:lnTo>
                  <a:lnTo>
                    <a:pt x="13741" y="1133438"/>
                  </a:lnTo>
                  <a:lnTo>
                    <a:pt x="21346" y="1086807"/>
                  </a:lnTo>
                  <a:lnTo>
                    <a:pt x="30559" y="1040736"/>
                  </a:lnTo>
                  <a:lnTo>
                    <a:pt x="41350" y="995255"/>
                  </a:lnTo>
                  <a:lnTo>
                    <a:pt x="53689" y="950394"/>
                  </a:lnTo>
                  <a:lnTo>
                    <a:pt x="67546" y="906183"/>
                  </a:lnTo>
                  <a:lnTo>
                    <a:pt x="82892" y="862651"/>
                  </a:lnTo>
                  <a:lnTo>
                    <a:pt x="99695" y="819830"/>
                  </a:lnTo>
                  <a:lnTo>
                    <a:pt x="117927" y="777748"/>
                  </a:lnTo>
                  <a:lnTo>
                    <a:pt x="137558" y="736436"/>
                  </a:lnTo>
                  <a:lnTo>
                    <a:pt x="158557" y="695923"/>
                  </a:lnTo>
                  <a:lnTo>
                    <a:pt x="180894" y="656240"/>
                  </a:lnTo>
                  <a:lnTo>
                    <a:pt x="204541" y="617417"/>
                  </a:lnTo>
                  <a:lnTo>
                    <a:pt x="229465" y="579483"/>
                  </a:lnTo>
                  <a:lnTo>
                    <a:pt x="255639" y="542468"/>
                  </a:lnTo>
                  <a:lnTo>
                    <a:pt x="283031" y="506403"/>
                  </a:lnTo>
                  <a:lnTo>
                    <a:pt x="311613" y="471317"/>
                  </a:lnTo>
                  <a:lnTo>
                    <a:pt x="341353" y="437240"/>
                  </a:lnTo>
                  <a:lnTo>
                    <a:pt x="372222" y="404202"/>
                  </a:lnTo>
                  <a:lnTo>
                    <a:pt x="404190" y="372233"/>
                  </a:lnTo>
                  <a:lnTo>
                    <a:pt x="437227" y="341363"/>
                  </a:lnTo>
                  <a:lnTo>
                    <a:pt x="471304" y="311623"/>
                  </a:lnTo>
                  <a:lnTo>
                    <a:pt x="506390" y="283041"/>
                  </a:lnTo>
                  <a:lnTo>
                    <a:pt x="542455" y="255648"/>
                  </a:lnTo>
                  <a:lnTo>
                    <a:pt x="579469" y="229474"/>
                  </a:lnTo>
                  <a:lnTo>
                    <a:pt x="617403" y="204548"/>
                  </a:lnTo>
                  <a:lnTo>
                    <a:pt x="656227" y="180901"/>
                  </a:lnTo>
                  <a:lnTo>
                    <a:pt x="695910" y="158563"/>
                  </a:lnTo>
                  <a:lnTo>
                    <a:pt x="736422" y="137564"/>
                  </a:lnTo>
                  <a:lnTo>
                    <a:pt x="777735" y="117932"/>
                  </a:lnTo>
                  <a:lnTo>
                    <a:pt x="819817" y="99700"/>
                  </a:lnTo>
                  <a:lnTo>
                    <a:pt x="862639" y="82895"/>
                  </a:lnTo>
                  <a:lnTo>
                    <a:pt x="906171" y="67549"/>
                  </a:lnTo>
                  <a:lnTo>
                    <a:pt x="950383" y="53691"/>
                  </a:lnTo>
                  <a:lnTo>
                    <a:pt x="995245" y="41352"/>
                  </a:lnTo>
                  <a:lnTo>
                    <a:pt x="1040727" y="30560"/>
                  </a:lnTo>
                  <a:lnTo>
                    <a:pt x="1086799" y="21347"/>
                  </a:lnTo>
                  <a:lnTo>
                    <a:pt x="1133431" y="13742"/>
                  </a:lnTo>
                  <a:lnTo>
                    <a:pt x="1180594" y="7774"/>
                  </a:lnTo>
                  <a:lnTo>
                    <a:pt x="1228257" y="3475"/>
                  </a:lnTo>
                  <a:lnTo>
                    <a:pt x="1276391" y="873"/>
                  </a:lnTo>
                  <a:lnTo>
                    <a:pt x="1324948" y="0"/>
                  </a:lnTo>
                  <a:lnTo>
                    <a:pt x="1373539" y="873"/>
                  </a:lnTo>
                  <a:lnTo>
                    <a:pt x="1421672" y="3475"/>
                  </a:lnTo>
                  <a:lnTo>
                    <a:pt x="1469335" y="7774"/>
                  </a:lnTo>
                  <a:lnTo>
                    <a:pt x="1516498" y="13742"/>
                  </a:lnTo>
                  <a:lnTo>
                    <a:pt x="1563130" y="21347"/>
                  </a:lnTo>
                  <a:lnTo>
                    <a:pt x="1609202" y="30560"/>
                  </a:lnTo>
                  <a:lnTo>
                    <a:pt x="1654684" y="41352"/>
                  </a:lnTo>
                  <a:lnTo>
                    <a:pt x="1699546" y="53691"/>
                  </a:lnTo>
                  <a:lnTo>
                    <a:pt x="1743758" y="67549"/>
                  </a:lnTo>
                  <a:lnTo>
                    <a:pt x="1787290" y="82895"/>
                  </a:lnTo>
                  <a:lnTo>
                    <a:pt x="1830112" y="99700"/>
                  </a:lnTo>
                  <a:lnTo>
                    <a:pt x="1872194" y="117932"/>
                  </a:lnTo>
                  <a:lnTo>
                    <a:pt x="1913507" y="137564"/>
                  </a:lnTo>
                  <a:lnTo>
                    <a:pt x="1954019" y="158563"/>
                  </a:lnTo>
                  <a:lnTo>
                    <a:pt x="1993703" y="180901"/>
                  </a:lnTo>
                  <a:lnTo>
                    <a:pt x="2032526" y="204548"/>
                  </a:lnTo>
                  <a:lnTo>
                    <a:pt x="2070460" y="229474"/>
                  </a:lnTo>
                  <a:lnTo>
                    <a:pt x="2107474" y="255648"/>
                  </a:lnTo>
                  <a:lnTo>
                    <a:pt x="2143540" y="283041"/>
                  </a:lnTo>
                  <a:lnTo>
                    <a:pt x="2178625" y="311623"/>
                  </a:lnTo>
                  <a:lnTo>
                    <a:pt x="2212702" y="341363"/>
                  </a:lnTo>
                  <a:lnTo>
                    <a:pt x="2245739" y="372233"/>
                  </a:lnTo>
                  <a:lnTo>
                    <a:pt x="2277707" y="404202"/>
                  </a:lnTo>
                  <a:lnTo>
                    <a:pt x="2308576" y="437240"/>
                  </a:lnTo>
                  <a:lnTo>
                    <a:pt x="2338317" y="471317"/>
                  </a:lnTo>
                  <a:lnTo>
                    <a:pt x="2366898" y="506403"/>
                  </a:lnTo>
                  <a:lnTo>
                    <a:pt x="2394290" y="542468"/>
                  </a:lnTo>
                  <a:lnTo>
                    <a:pt x="2420464" y="579483"/>
                  </a:lnTo>
                  <a:lnTo>
                    <a:pt x="2445389" y="617417"/>
                  </a:lnTo>
                  <a:lnTo>
                    <a:pt x="2469035" y="656240"/>
                  </a:lnTo>
                  <a:lnTo>
                    <a:pt x="2491372" y="695923"/>
                  </a:lnTo>
                  <a:lnTo>
                    <a:pt x="2512371" y="736436"/>
                  </a:lnTo>
                  <a:lnTo>
                    <a:pt x="2532002" y="777748"/>
                  </a:lnTo>
                  <a:lnTo>
                    <a:pt x="2550234" y="819830"/>
                  </a:lnTo>
                  <a:lnTo>
                    <a:pt x="2567038" y="862651"/>
                  </a:lnTo>
                  <a:lnTo>
                    <a:pt x="2582383" y="906183"/>
                  </a:lnTo>
                  <a:lnTo>
                    <a:pt x="2596240" y="950394"/>
                  </a:lnTo>
                  <a:lnTo>
                    <a:pt x="2608579" y="995255"/>
                  </a:lnTo>
                  <a:lnTo>
                    <a:pt x="2619370" y="1040736"/>
                  </a:lnTo>
                  <a:lnTo>
                    <a:pt x="2628583" y="1086807"/>
                  </a:lnTo>
                  <a:lnTo>
                    <a:pt x="2636188" y="1133438"/>
                  </a:lnTo>
                  <a:lnTo>
                    <a:pt x="2642155" y="1180599"/>
                  </a:lnTo>
                  <a:lnTo>
                    <a:pt x="2646455" y="1228261"/>
                  </a:lnTo>
                  <a:lnTo>
                    <a:pt x="2649056" y="1276393"/>
                  </a:lnTo>
                  <a:lnTo>
                    <a:pt x="2649930" y="1324940"/>
                  </a:lnTo>
                  <a:lnTo>
                    <a:pt x="2649056" y="1373539"/>
                  </a:lnTo>
                  <a:lnTo>
                    <a:pt x="2646455" y="1421672"/>
                  </a:lnTo>
                  <a:lnTo>
                    <a:pt x="2642155" y="1469335"/>
                  </a:lnTo>
                  <a:lnTo>
                    <a:pt x="2636188" y="1516498"/>
                  </a:lnTo>
                  <a:lnTo>
                    <a:pt x="2628583" y="1563130"/>
                  </a:lnTo>
                  <a:lnTo>
                    <a:pt x="2619370" y="1609203"/>
                  </a:lnTo>
                  <a:lnTo>
                    <a:pt x="2608579" y="1654685"/>
                  </a:lnTo>
                  <a:lnTo>
                    <a:pt x="2596240" y="1699547"/>
                  </a:lnTo>
                  <a:lnTo>
                    <a:pt x="2582383" y="1743758"/>
                  </a:lnTo>
                  <a:lnTo>
                    <a:pt x="2567038" y="1787290"/>
                  </a:lnTo>
                  <a:lnTo>
                    <a:pt x="2550234" y="1830112"/>
                  </a:lnTo>
                  <a:lnTo>
                    <a:pt x="2532002" y="1872195"/>
                  </a:lnTo>
                  <a:lnTo>
                    <a:pt x="2512371" y="1913507"/>
                  </a:lnTo>
                  <a:lnTo>
                    <a:pt x="2491372" y="1954020"/>
                  </a:lnTo>
                  <a:lnTo>
                    <a:pt x="2469035" y="1993703"/>
                  </a:lnTo>
                  <a:lnTo>
                    <a:pt x="2445389" y="2032526"/>
                  </a:lnTo>
                  <a:lnTo>
                    <a:pt x="2420464" y="2070460"/>
                  </a:lnTo>
                  <a:lnTo>
                    <a:pt x="2394290" y="2107475"/>
                  </a:lnTo>
                  <a:lnTo>
                    <a:pt x="2366898" y="2143540"/>
                  </a:lnTo>
                  <a:lnTo>
                    <a:pt x="2338317" y="2178625"/>
                  </a:lnTo>
                  <a:lnTo>
                    <a:pt x="2308576" y="2212702"/>
                  </a:lnTo>
                  <a:lnTo>
                    <a:pt x="2277707" y="2245739"/>
                  </a:lnTo>
                  <a:lnTo>
                    <a:pt x="2245739" y="2277708"/>
                  </a:lnTo>
                  <a:lnTo>
                    <a:pt x="2212702" y="2308577"/>
                  </a:lnTo>
                  <a:lnTo>
                    <a:pt x="2178625" y="2338317"/>
                  </a:lnTo>
                  <a:lnTo>
                    <a:pt x="2143540" y="2366898"/>
                  </a:lnTo>
                  <a:lnTo>
                    <a:pt x="2107474" y="2394290"/>
                  </a:lnTo>
                  <a:lnTo>
                    <a:pt x="2070460" y="2420464"/>
                  </a:lnTo>
                  <a:lnTo>
                    <a:pt x="2032526" y="2445389"/>
                  </a:lnTo>
                  <a:lnTo>
                    <a:pt x="1993703" y="2469035"/>
                  </a:lnTo>
                  <a:lnTo>
                    <a:pt x="1954019" y="2491372"/>
                  </a:lnTo>
                  <a:lnTo>
                    <a:pt x="1913507" y="2512371"/>
                  </a:lnTo>
                  <a:lnTo>
                    <a:pt x="1872194" y="2532002"/>
                  </a:lnTo>
                  <a:lnTo>
                    <a:pt x="1830112" y="2550234"/>
                  </a:lnTo>
                  <a:lnTo>
                    <a:pt x="1787290" y="2567038"/>
                  </a:lnTo>
                  <a:lnTo>
                    <a:pt x="1743758" y="2582383"/>
                  </a:lnTo>
                  <a:lnTo>
                    <a:pt x="1699546" y="2596240"/>
                  </a:lnTo>
                  <a:lnTo>
                    <a:pt x="1654684" y="2608579"/>
                  </a:lnTo>
                  <a:lnTo>
                    <a:pt x="1609202" y="2619370"/>
                  </a:lnTo>
                  <a:lnTo>
                    <a:pt x="1563130" y="2628583"/>
                  </a:lnTo>
                  <a:lnTo>
                    <a:pt x="1516498" y="2636188"/>
                  </a:lnTo>
                  <a:lnTo>
                    <a:pt x="1469335" y="2642156"/>
                  </a:lnTo>
                  <a:lnTo>
                    <a:pt x="1421672" y="2646455"/>
                  </a:lnTo>
                  <a:lnTo>
                    <a:pt x="1373539" y="2649056"/>
                  </a:lnTo>
                  <a:lnTo>
                    <a:pt x="1324965" y="2649930"/>
                  </a:lnTo>
                  <a:close/>
                </a:path>
              </a:pathLst>
            </a:custGeom>
            <a:solidFill>
              <a:srgbClr val="BAEF4B"/>
            </a:solidFill>
          </p:spPr>
          <p:txBody>
            <a:bodyPr wrap="square" lIns="0" tIns="0" rIns="0" bIns="0" rtlCol="0"/>
            <a:lstStyle/>
            <a:p>
              <a:endParaRPr/>
            </a:p>
          </p:txBody>
        </p:sp>
        <p:sp>
          <p:nvSpPr>
            <p:cNvPr id="7" name="object 7"/>
            <p:cNvSpPr/>
            <p:nvPr/>
          </p:nvSpPr>
          <p:spPr>
            <a:xfrm>
              <a:off x="14920583" y="5149747"/>
              <a:ext cx="853440" cy="224790"/>
            </a:xfrm>
            <a:custGeom>
              <a:avLst/>
              <a:gdLst/>
              <a:ahLst/>
              <a:cxnLst/>
              <a:rect l="l" t="t" r="r" b="b"/>
              <a:pathLst>
                <a:path w="853440" h="224789">
                  <a:moveTo>
                    <a:pt x="179603" y="134708"/>
                  </a:moveTo>
                  <a:lnTo>
                    <a:pt x="0" y="134708"/>
                  </a:lnTo>
                  <a:lnTo>
                    <a:pt x="0" y="224523"/>
                  </a:lnTo>
                  <a:lnTo>
                    <a:pt x="179603" y="224523"/>
                  </a:lnTo>
                  <a:lnTo>
                    <a:pt x="179603" y="134708"/>
                  </a:lnTo>
                  <a:close/>
                </a:path>
                <a:path w="853440" h="224789">
                  <a:moveTo>
                    <a:pt x="179603" y="0"/>
                  </a:moveTo>
                  <a:lnTo>
                    <a:pt x="0" y="0"/>
                  </a:lnTo>
                  <a:lnTo>
                    <a:pt x="0" y="89814"/>
                  </a:lnTo>
                  <a:lnTo>
                    <a:pt x="179603" y="89814"/>
                  </a:lnTo>
                  <a:lnTo>
                    <a:pt x="179603" y="0"/>
                  </a:lnTo>
                  <a:close/>
                </a:path>
                <a:path w="853440" h="224789">
                  <a:moveTo>
                    <a:pt x="404126" y="134708"/>
                  </a:moveTo>
                  <a:lnTo>
                    <a:pt x="224510" y="134708"/>
                  </a:lnTo>
                  <a:lnTo>
                    <a:pt x="224510" y="224523"/>
                  </a:lnTo>
                  <a:lnTo>
                    <a:pt x="404126" y="224523"/>
                  </a:lnTo>
                  <a:lnTo>
                    <a:pt x="404126" y="134708"/>
                  </a:lnTo>
                  <a:close/>
                </a:path>
                <a:path w="853440" h="224789">
                  <a:moveTo>
                    <a:pt x="404126" y="0"/>
                  </a:moveTo>
                  <a:lnTo>
                    <a:pt x="224510" y="0"/>
                  </a:lnTo>
                  <a:lnTo>
                    <a:pt x="224510" y="89814"/>
                  </a:lnTo>
                  <a:lnTo>
                    <a:pt x="404126" y="89814"/>
                  </a:lnTo>
                  <a:lnTo>
                    <a:pt x="404126" y="0"/>
                  </a:lnTo>
                  <a:close/>
                </a:path>
                <a:path w="853440" h="224789">
                  <a:moveTo>
                    <a:pt x="853160" y="134708"/>
                  </a:moveTo>
                  <a:lnTo>
                    <a:pt x="673544" y="134708"/>
                  </a:lnTo>
                  <a:lnTo>
                    <a:pt x="673544" y="224523"/>
                  </a:lnTo>
                  <a:lnTo>
                    <a:pt x="853160" y="224523"/>
                  </a:lnTo>
                  <a:lnTo>
                    <a:pt x="853160" y="134708"/>
                  </a:lnTo>
                  <a:close/>
                </a:path>
                <a:path w="853440" h="224789">
                  <a:moveTo>
                    <a:pt x="853160" y="0"/>
                  </a:moveTo>
                  <a:lnTo>
                    <a:pt x="673544" y="0"/>
                  </a:lnTo>
                  <a:lnTo>
                    <a:pt x="673544" y="89814"/>
                  </a:lnTo>
                  <a:lnTo>
                    <a:pt x="853160" y="89814"/>
                  </a:lnTo>
                  <a:lnTo>
                    <a:pt x="853160" y="0"/>
                  </a:lnTo>
                  <a:close/>
                </a:path>
              </a:pathLst>
            </a:custGeom>
            <a:solidFill>
              <a:srgbClr val="003873"/>
            </a:solidFill>
          </p:spPr>
          <p:txBody>
            <a:bodyPr wrap="square" lIns="0" tIns="0" rIns="0" bIns="0" rtlCol="0"/>
            <a:lstStyle/>
            <a:p>
              <a:endParaRPr/>
            </a:p>
          </p:txBody>
        </p:sp>
        <p:sp>
          <p:nvSpPr>
            <p:cNvPr id="8" name="object 8"/>
            <p:cNvSpPr/>
            <p:nvPr/>
          </p:nvSpPr>
          <p:spPr>
            <a:xfrm>
              <a:off x="15369619" y="4835419"/>
              <a:ext cx="179614" cy="17961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15430971" y="4329610"/>
              <a:ext cx="696595" cy="1055370"/>
            </a:xfrm>
            <a:custGeom>
              <a:avLst/>
              <a:gdLst/>
              <a:ahLst/>
              <a:cxnLst/>
              <a:rect l="l" t="t" r="r" b="b"/>
              <a:pathLst>
                <a:path w="696594" h="1055370">
                  <a:moveTo>
                    <a:pt x="179616" y="965415"/>
                  </a:moveTo>
                  <a:lnTo>
                    <a:pt x="0" y="965415"/>
                  </a:lnTo>
                  <a:lnTo>
                    <a:pt x="0" y="1055230"/>
                  </a:lnTo>
                  <a:lnTo>
                    <a:pt x="179616" y="1055230"/>
                  </a:lnTo>
                  <a:lnTo>
                    <a:pt x="179616" y="965415"/>
                  </a:lnTo>
                  <a:close/>
                </a:path>
                <a:path w="696594" h="1055370">
                  <a:moveTo>
                    <a:pt x="179616" y="830707"/>
                  </a:moveTo>
                  <a:lnTo>
                    <a:pt x="0" y="830707"/>
                  </a:lnTo>
                  <a:lnTo>
                    <a:pt x="0" y="920521"/>
                  </a:lnTo>
                  <a:lnTo>
                    <a:pt x="179616" y="920521"/>
                  </a:lnTo>
                  <a:lnTo>
                    <a:pt x="179616" y="830707"/>
                  </a:lnTo>
                  <a:close/>
                </a:path>
                <a:path w="696594" h="1055370">
                  <a:moveTo>
                    <a:pt x="695998" y="67348"/>
                  </a:moveTo>
                  <a:lnTo>
                    <a:pt x="690702" y="41160"/>
                  </a:lnTo>
                  <a:lnTo>
                    <a:pt x="676249" y="19748"/>
                  </a:lnTo>
                  <a:lnTo>
                    <a:pt x="654837" y="5295"/>
                  </a:lnTo>
                  <a:lnTo>
                    <a:pt x="628650" y="0"/>
                  </a:lnTo>
                  <a:lnTo>
                    <a:pt x="561289" y="0"/>
                  </a:lnTo>
                  <a:lnTo>
                    <a:pt x="561289" y="965415"/>
                  </a:lnTo>
                  <a:lnTo>
                    <a:pt x="572516" y="965415"/>
                  </a:lnTo>
                  <a:lnTo>
                    <a:pt x="608050" y="969187"/>
                  </a:lnTo>
                  <a:lnTo>
                    <a:pt x="640994" y="979982"/>
                  </a:lnTo>
                  <a:lnTo>
                    <a:pt x="670572" y="997000"/>
                  </a:lnTo>
                  <a:lnTo>
                    <a:pt x="695998" y="1019441"/>
                  </a:lnTo>
                  <a:lnTo>
                    <a:pt x="695998" y="67348"/>
                  </a:lnTo>
                  <a:close/>
                </a:path>
              </a:pathLst>
            </a:custGeom>
            <a:solidFill>
              <a:srgbClr val="003873"/>
            </a:solidFill>
          </p:spPr>
          <p:txBody>
            <a:bodyPr wrap="square" lIns="0" tIns="0" rIns="0" bIns="0" rtlCol="0"/>
            <a:lstStyle/>
            <a:p>
              <a:endParaRPr dirty="0"/>
            </a:p>
          </p:txBody>
        </p:sp>
        <p:sp>
          <p:nvSpPr>
            <p:cNvPr id="10" name="object 10"/>
            <p:cNvSpPr/>
            <p:nvPr/>
          </p:nvSpPr>
          <p:spPr>
            <a:xfrm>
              <a:off x="15167553" y="4723161"/>
              <a:ext cx="89807" cy="89807"/>
            </a:xfrm>
            <a:prstGeom prst="rect">
              <a:avLst/>
            </a:prstGeom>
            <a:blipFill>
              <a:blip r:embed="rId5" cstate="print"/>
              <a:stretch>
                <a:fillRect/>
              </a:stretch>
            </a:blipFill>
          </p:spPr>
          <p:txBody>
            <a:bodyPr wrap="square" lIns="0" tIns="0" rIns="0" bIns="0" rtlCol="0"/>
            <a:lstStyle/>
            <a:p>
              <a:endParaRPr/>
            </a:p>
          </p:txBody>
        </p:sp>
        <p:sp>
          <p:nvSpPr>
            <p:cNvPr id="11" name="object 11"/>
            <p:cNvSpPr/>
            <p:nvPr/>
          </p:nvSpPr>
          <p:spPr>
            <a:xfrm>
              <a:off x="14808315" y="4408842"/>
              <a:ext cx="1257300" cy="1167765"/>
            </a:xfrm>
            <a:custGeom>
              <a:avLst/>
              <a:gdLst/>
              <a:ahLst/>
              <a:cxnLst/>
              <a:rect l="l" t="t" r="r" b="b"/>
              <a:pathLst>
                <a:path w="1257300" h="1167764">
                  <a:moveTo>
                    <a:pt x="1167498" y="1044003"/>
                  </a:moveTo>
                  <a:lnTo>
                    <a:pt x="1164844" y="1030909"/>
                  </a:lnTo>
                  <a:lnTo>
                    <a:pt x="1157617" y="1020203"/>
                  </a:lnTo>
                  <a:lnTo>
                    <a:pt x="1146911" y="1012977"/>
                  </a:lnTo>
                  <a:lnTo>
                    <a:pt x="1133817" y="1010335"/>
                  </a:lnTo>
                  <a:lnTo>
                    <a:pt x="1077683" y="1010335"/>
                  </a:lnTo>
                  <a:lnTo>
                    <a:pt x="1077683" y="696010"/>
                  </a:lnTo>
                  <a:lnTo>
                    <a:pt x="1077683" y="0"/>
                  </a:lnTo>
                  <a:lnTo>
                    <a:pt x="1010335" y="0"/>
                  </a:lnTo>
                  <a:lnTo>
                    <a:pt x="1010335" y="516394"/>
                  </a:lnTo>
                  <a:lnTo>
                    <a:pt x="1010335" y="696010"/>
                  </a:lnTo>
                  <a:lnTo>
                    <a:pt x="1010335" y="1010335"/>
                  </a:lnTo>
                  <a:lnTo>
                    <a:pt x="67360" y="1010335"/>
                  </a:lnTo>
                  <a:lnTo>
                    <a:pt x="67360" y="696010"/>
                  </a:lnTo>
                  <a:lnTo>
                    <a:pt x="1010335" y="696010"/>
                  </a:lnTo>
                  <a:lnTo>
                    <a:pt x="1010335" y="516394"/>
                  </a:lnTo>
                  <a:lnTo>
                    <a:pt x="1003452" y="558927"/>
                  </a:lnTo>
                  <a:lnTo>
                    <a:pt x="984313" y="595896"/>
                  </a:lnTo>
                  <a:lnTo>
                    <a:pt x="955128" y="625081"/>
                  </a:lnTo>
                  <a:lnTo>
                    <a:pt x="918159" y="644220"/>
                  </a:lnTo>
                  <a:lnTo>
                    <a:pt x="875626" y="651103"/>
                  </a:lnTo>
                  <a:lnTo>
                    <a:pt x="651103" y="651103"/>
                  </a:lnTo>
                  <a:lnTo>
                    <a:pt x="603758" y="642505"/>
                  </a:lnTo>
                  <a:lnTo>
                    <a:pt x="563740" y="618832"/>
                  </a:lnTo>
                  <a:lnTo>
                    <a:pt x="534212" y="583222"/>
                  </a:lnTo>
                  <a:lnTo>
                    <a:pt x="518299" y="538848"/>
                  </a:lnTo>
                  <a:lnTo>
                    <a:pt x="67360" y="538848"/>
                  </a:lnTo>
                  <a:lnTo>
                    <a:pt x="67360" y="179616"/>
                  </a:lnTo>
                  <a:lnTo>
                    <a:pt x="134708" y="179616"/>
                  </a:lnTo>
                  <a:lnTo>
                    <a:pt x="134708" y="89801"/>
                  </a:lnTo>
                  <a:lnTo>
                    <a:pt x="785812" y="89801"/>
                  </a:lnTo>
                  <a:lnTo>
                    <a:pt x="785812" y="134708"/>
                  </a:lnTo>
                  <a:lnTo>
                    <a:pt x="179616" y="134708"/>
                  </a:lnTo>
                  <a:lnTo>
                    <a:pt x="179616" y="179616"/>
                  </a:lnTo>
                  <a:lnTo>
                    <a:pt x="606196" y="179616"/>
                  </a:lnTo>
                  <a:lnTo>
                    <a:pt x="606196" y="224523"/>
                  </a:lnTo>
                  <a:lnTo>
                    <a:pt x="493941" y="224523"/>
                  </a:lnTo>
                  <a:lnTo>
                    <a:pt x="493941" y="359232"/>
                  </a:lnTo>
                  <a:lnTo>
                    <a:pt x="486879" y="394157"/>
                  </a:lnTo>
                  <a:lnTo>
                    <a:pt x="467614" y="422706"/>
                  </a:lnTo>
                  <a:lnTo>
                    <a:pt x="439064" y="441972"/>
                  </a:lnTo>
                  <a:lnTo>
                    <a:pt x="404139" y="449033"/>
                  </a:lnTo>
                  <a:lnTo>
                    <a:pt x="369214" y="441972"/>
                  </a:lnTo>
                  <a:lnTo>
                    <a:pt x="340664" y="422706"/>
                  </a:lnTo>
                  <a:lnTo>
                    <a:pt x="321398" y="394157"/>
                  </a:lnTo>
                  <a:lnTo>
                    <a:pt x="318871" y="381685"/>
                  </a:lnTo>
                  <a:lnTo>
                    <a:pt x="314325" y="359232"/>
                  </a:lnTo>
                  <a:lnTo>
                    <a:pt x="318871" y="336778"/>
                  </a:lnTo>
                  <a:lnTo>
                    <a:pt x="321398" y="324307"/>
                  </a:lnTo>
                  <a:lnTo>
                    <a:pt x="340664" y="295757"/>
                  </a:lnTo>
                  <a:lnTo>
                    <a:pt x="369214" y="276491"/>
                  </a:lnTo>
                  <a:lnTo>
                    <a:pt x="404139" y="269417"/>
                  </a:lnTo>
                  <a:lnTo>
                    <a:pt x="439064" y="276491"/>
                  </a:lnTo>
                  <a:lnTo>
                    <a:pt x="467614" y="295757"/>
                  </a:lnTo>
                  <a:lnTo>
                    <a:pt x="486879" y="324307"/>
                  </a:lnTo>
                  <a:lnTo>
                    <a:pt x="493941" y="359232"/>
                  </a:lnTo>
                  <a:lnTo>
                    <a:pt x="493941" y="224523"/>
                  </a:lnTo>
                  <a:lnTo>
                    <a:pt x="269430" y="224523"/>
                  </a:lnTo>
                  <a:lnTo>
                    <a:pt x="269430" y="336778"/>
                  </a:lnTo>
                  <a:lnTo>
                    <a:pt x="269430" y="381685"/>
                  </a:lnTo>
                  <a:lnTo>
                    <a:pt x="157162" y="381685"/>
                  </a:lnTo>
                  <a:lnTo>
                    <a:pt x="157162" y="336778"/>
                  </a:lnTo>
                  <a:lnTo>
                    <a:pt x="269430" y="336778"/>
                  </a:lnTo>
                  <a:lnTo>
                    <a:pt x="269430" y="224523"/>
                  </a:lnTo>
                  <a:lnTo>
                    <a:pt x="112268" y="224523"/>
                  </a:lnTo>
                  <a:lnTo>
                    <a:pt x="112268" y="493941"/>
                  </a:lnTo>
                  <a:lnTo>
                    <a:pt x="518299" y="493941"/>
                  </a:lnTo>
                  <a:lnTo>
                    <a:pt x="534212" y="449554"/>
                  </a:lnTo>
                  <a:lnTo>
                    <a:pt x="534631" y="449033"/>
                  </a:lnTo>
                  <a:lnTo>
                    <a:pt x="563740" y="413943"/>
                  </a:lnTo>
                  <a:lnTo>
                    <a:pt x="603758" y="390271"/>
                  </a:lnTo>
                  <a:lnTo>
                    <a:pt x="651103" y="381685"/>
                  </a:lnTo>
                  <a:lnTo>
                    <a:pt x="696010" y="381685"/>
                  </a:lnTo>
                  <a:lnTo>
                    <a:pt x="696010" y="352653"/>
                  </a:lnTo>
                  <a:lnTo>
                    <a:pt x="696010" y="314325"/>
                  </a:lnTo>
                  <a:lnTo>
                    <a:pt x="740918" y="314325"/>
                  </a:lnTo>
                  <a:lnTo>
                    <a:pt x="740918" y="381685"/>
                  </a:lnTo>
                  <a:lnTo>
                    <a:pt x="875626" y="381685"/>
                  </a:lnTo>
                  <a:lnTo>
                    <a:pt x="918159" y="388556"/>
                  </a:lnTo>
                  <a:lnTo>
                    <a:pt x="955128" y="407708"/>
                  </a:lnTo>
                  <a:lnTo>
                    <a:pt x="984313" y="436880"/>
                  </a:lnTo>
                  <a:lnTo>
                    <a:pt x="1003452" y="473849"/>
                  </a:lnTo>
                  <a:lnTo>
                    <a:pt x="1010335" y="516394"/>
                  </a:lnTo>
                  <a:lnTo>
                    <a:pt x="1010335" y="0"/>
                  </a:lnTo>
                  <a:lnTo>
                    <a:pt x="965428" y="0"/>
                  </a:lnTo>
                  <a:lnTo>
                    <a:pt x="965428" y="89801"/>
                  </a:lnTo>
                  <a:lnTo>
                    <a:pt x="965428" y="224523"/>
                  </a:lnTo>
                  <a:lnTo>
                    <a:pt x="920521" y="224523"/>
                  </a:lnTo>
                  <a:lnTo>
                    <a:pt x="920521" y="166458"/>
                  </a:lnTo>
                  <a:lnTo>
                    <a:pt x="785812" y="301167"/>
                  </a:lnTo>
                  <a:lnTo>
                    <a:pt x="718464" y="233819"/>
                  </a:lnTo>
                  <a:lnTo>
                    <a:pt x="599617" y="352653"/>
                  </a:lnTo>
                  <a:lnTo>
                    <a:pt x="567880" y="320903"/>
                  </a:lnTo>
                  <a:lnTo>
                    <a:pt x="619353" y="269417"/>
                  </a:lnTo>
                  <a:lnTo>
                    <a:pt x="718464" y="170319"/>
                  </a:lnTo>
                  <a:lnTo>
                    <a:pt x="785812" y="237667"/>
                  </a:lnTo>
                  <a:lnTo>
                    <a:pt x="853173" y="170319"/>
                  </a:lnTo>
                  <a:lnTo>
                    <a:pt x="888784" y="134708"/>
                  </a:lnTo>
                  <a:lnTo>
                    <a:pt x="830719" y="134708"/>
                  </a:lnTo>
                  <a:lnTo>
                    <a:pt x="830719" y="89801"/>
                  </a:lnTo>
                  <a:lnTo>
                    <a:pt x="965428" y="89801"/>
                  </a:lnTo>
                  <a:lnTo>
                    <a:pt x="965428" y="0"/>
                  </a:lnTo>
                  <a:lnTo>
                    <a:pt x="0" y="0"/>
                  </a:lnTo>
                  <a:lnTo>
                    <a:pt x="0" y="1077683"/>
                  </a:lnTo>
                  <a:lnTo>
                    <a:pt x="1133817" y="1077683"/>
                  </a:lnTo>
                  <a:lnTo>
                    <a:pt x="1146911" y="1075029"/>
                  </a:lnTo>
                  <a:lnTo>
                    <a:pt x="1157617" y="1067816"/>
                  </a:lnTo>
                  <a:lnTo>
                    <a:pt x="1164844" y="1057109"/>
                  </a:lnTo>
                  <a:lnTo>
                    <a:pt x="1167498" y="1044003"/>
                  </a:lnTo>
                  <a:close/>
                </a:path>
                <a:path w="1257300" h="1167764">
                  <a:moveTo>
                    <a:pt x="1257300" y="1044003"/>
                  </a:moveTo>
                  <a:lnTo>
                    <a:pt x="1247584" y="995984"/>
                  </a:lnTo>
                  <a:lnTo>
                    <a:pt x="1221092" y="956729"/>
                  </a:lnTo>
                  <a:lnTo>
                    <a:pt x="1181836" y="930236"/>
                  </a:lnTo>
                  <a:lnTo>
                    <a:pt x="1133817" y="920521"/>
                  </a:lnTo>
                  <a:lnTo>
                    <a:pt x="1122591" y="920521"/>
                  </a:lnTo>
                  <a:lnTo>
                    <a:pt x="1122591" y="965428"/>
                  </a:lnTo>
                  <a:lnTo>
                    <a:pt x="1133817" y="965428"/>
                  </a:lnTo>
                  <a:lnTo>
                    <a:pt x="1164374" y="971613"/>
                  </a:lnTo>
                  <a:lnTo>
                    <a:pt x="1189355" y="988466"/>
                  </a:lnTo>
                  <a:lnTo>
                    <a:pt x="1206220" y="1013447"/>
                  </a:lnTo>
                  <a:lnTo>
                    <a:pt x="1212405" y="1044003"/>
                  </a:lnTo>
                  <a:lnTo>
                    <a:pt x="1206220" y="1074559"/>
                  </a:lnTo>
                  <a:lnTo>
                    <a:pt x="1189355" y="1099540"/>
                  </a:lnTo>
                  <a:lnTo>
                    <a:pt x="1164374" y="1116406"/>
                  </a:lnTo>
                  <a:lnTo>
                    <a:pt x="1133817" y="1122591"/>
                  </a:lnTo>
                  <a:lnTo>
                    <a:pt x="89814" y="1122591"/>
                  </a:lnTo>
                  <a:lnTo>
                    <a:pt x="89814" y="1167498"/>
                  </a:lnTo>
                  <a:lnTo>
                    <a:pt x="1133817" y="1167498"/>
                  </a:lnTo>
                  <a:lnTo>
                    <a:pt x="1181836" y="1157770"/>
                  </a:lnTo>
                  <a:lnTo>
                    <a:pt x="1221092" y="1131277"/>
                  </a:lnTo>
                  <a:lnTo>
                    <a:pt x="1247584" y="1092022"/>
                  </a:lnTo>
                  <a:lnTo>
                    <a:pt x="1257300" y="1044003"/>
                  </a:lnTo>
                  <a:close/>
                </a:path>
              </a:pathLst>
            </a:custGeom>
            <a:solidFill>
              <a:srgbClr val="003873"/>
            </a:solidFill>
          </p:spPr>
          <p:txBody>
            <a:bodyPr wrap="square" lIns="0" tIns="0" rIns="0" bIns="0" rtlCol="0"/>
            <a:lstStyle/>
            <a:p>
              <a:endParaRPr/>
            </a:p>
          </p:txBody>
        </p:sp>
        <p:sp>
          <p:nvSpPr>
            <p:cNvPr id="12" name="object 12"/>
            <p:cNvSpPr/>
            <p:nvPr/>
          </p:nvSpPr>
          <p:spPr>
            <a:xfrm>
              <a:off x="15559724" y="4835419"/>
              <a:ext cx="214027" cy="179614"/>
            </a:xfrm>
            <a:prstGeom prst="rect">
              <a:avLst/>
            </a:prstGeom>
            <a:blipFill>
              <a:blip r:embed="rId6" cstate="print"/>
              <a:stretch>
                <a:fillRect/>
              </a:stretch>
            </a:blipFill>
          </p:spPr>
          <p:txBody>
            <a:bodyPr wrap="square" lIns="0" tIns="0" rIns="0" bIns="0" rtlCol="0"/>
            <a:lstStyle/>
            <a:p>
              <a:endParaRPr/>
            </a:p>
          </p:txBody>
        </p:sp>
      </p:grpSp>
      <p:sp>
        <p:nvSpPr>
          <p:cNvPr id="15" name="object 4">
            <a:extLst>
              <a:ext uri="{FF2B5EF4-FFF2-40B4-BE49-F238E27FC236}">
                <a16:creationId xmlns:a16="http://schemas.microsoft.com/office/drawing/2014/main" id="{FFC74066-CF6A-7AFC-30D1-E255283DD209}"/>
              </a:ext>
            </a:extLst>
          </p:cNvPr>
          <p:cNvSpPr/>
          <p:nvPr/>
        </p:nvSpPr>
        <p:spPr>
          <a:xfrm>
            <a:off x="304800" y="0"/>
            <a:ext cx="9563100" cy="1836174"/>
          </a:xfrm>
          <a:prstGeom prst="rect">
            <a:avLst/>
          </a:prstGeom>
          <a:blipFill>
            <a:blip r:embed="rId7" cstate="print"/>
            <a:stretch>
              <a:fillRect/>
            </a:stretch>
          </a:blipFill>
        </p:spPr>
        <p:txBody>
          <a:bodyPr wrap="square" lIns="0" tIns="0" rIns="0" bIns="0" rtlCol="0"/>
          <a:lstStyle/>
          <a:p>
            <a:endParaRPr dirty="0"/>
          </a:p>
        </p:txBody>
      </p:sp>
      <p:sp>
        <p:nvSpPr>
          <p:cNvPr id="16" name="TextBox 15">
            <a:extLst>
              <a:ext uri="{FF2B5EF4-FFF2-40B4-BE49-F238E27FC236}">
                <a16:creationId xmlns:a16="http://schemas.microsoft.com/office/drawing/2014/main" id="{633FFCA6-B5D5-406B-87D7-224E85B5A961}"/>
              </a:ext>
            </a:extLst>
          </p:cNvPr>
          <p:cNvSpPr txBox="1"/>
          <p:nvPr/>
        </p:nvSpPr>
        <p:spPr>
          <a:xfrm>
            <a:off x="3995470" y="320489"/>
            <a:ext cx="6477000" cy="1015663"/>
          </a:xfrm>
          <a:prstGeom prst="rect">
            <a:avLst/>
          </a:prstGeom>
          <a:noFill/>
        </p:spPr>
        <p:txBody>
          <a:bodyPr wrap="square" rtlCol="0">
            <a:spAutoFit/>
          </a:bodyPr>
          <a:lstStyle/>
          <a:p>
            <a:r>
              <a:rPr lang="en-IN" sz="6000" b="1" u="sng" dirty="0">
                <a:solidFill>
                  <a:schemeClr val="bg1"/>
                </a:solidFill>
                <a:latin typeface="Arial" panose="020B0604020202020204" pitchFamily="34" charset="0"/>
                <a:cs typeface="Arial" panose="020B0604020202020204" pitchFamily="34" charset="0"/>
              </a:rPr>
              <a:t>Findings </a:t>
            </a:r>
          </a:p>
        </p:txBody>
      </p:sp>
      <p:sp>
        <p:nvSpPr>
          <p:cNvPr id="17" name="TextBox 16">
            <a:extLst>
              <a:ext uri="{FF2B5EF4-FFF2-40B4-BE49-F238E27FC236}">
                <a16:creationId xmlns:a16="http://schemas.microsoft.com/office/drawing/2014/main" id="{0EFCA1B4-60F7-AF8B-9A7F-B3B58920904B}"/>
              </a:ext>
            </a:extLst>
          </p:cNvPr>
          <p:cNvSpPr txBox="1"/>
          <p:nvPr/>
        </p:nvSpPr>
        <p:spPr>
          <a:xfrm>
            <a:off x="583348" y="2073918"/>
            <a:ext cx="9563099" cy="8125301"/>
          </a:xfrm>
          <a:prstGeom prst="rect">
            <a:avLst/>
          </a:prstGeom>
          <a:noFill/>
        </p:spPr>
        <p:txBody>
          <a:bodyPr wrap="square" rtlCol="0">
            <a:spAutoFit/>
          </a:bodyPr>
          <a:lstStyle/>
          <a:p>
            <a:pPr algn="just"/>
            <a:r>
              <a:rPr lang="en-IN" sz="3600" b="1" u="sng"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Objectives :</a:t>
            </a:r>
            <a:r>
              <a:rPr lang="en-IN" sz="3600" dirty="0">
                <a:effectLst/>
                <a:latin typeface="Times New Roman" panose="02020603050405020304" pitchFamily="18" charset="0"/>
                <a:ea typeface="Calibri" panose="020F0502020204030204" pitchFamily="34" charset="0"/>
                <a:cs typeface="Times New Roman" panose="02020603050405020304" pitchFamily="18" charset="0"/>
              </a:rPr>
              <a:t>To developed better and efficient production process with the help of the technology</a:t>
            </a:r>
          </a:p>
          <a:p>
            <a:pPr algn="just"/>
            <a:r>
              <a:rPr lang="en-IN" sz="3600" dirty="0">
                <a:effectLst/>
                <a:latin typeface="Times New Roman" panose="02020603050405020304" pitchFamily="18" charset="0"/>
                <a:ea typeface="Calibri" panose="020F0502020204030204" pitchFamily="34" charset="0"/>
                <a:cs typeface="Times New Roman" panose="02020603050405020304" pitchFamily="18" charset="0"/>
              </a:rPr>
              <a:t> </a:t>
            </a:r>
          </a:p>
          <a:p>
            <a:pPr algn="just"/>
            <a:r>
              <a:rPr lang="en-IN" sz="3600" b="1" u="sng" dirty="0">
                <a:solidFill>
                  <a:srgbClr val="00B050"/>
                </a:solidFill>
                <a:latin typeface="Times New Roman" panose="02020603050405020304" pitchFamily="18" charset="0"/>
                <a:cs typeface="Times New Roman" panose="02020603050405020304" pitchFamily="18" charset="0"/>
              </a:rPr>
              <a:t>Findings :</a:t>
            </a:r>
            <a:r>
              <a:rPr lang="en-IN" sz="3600" dirty="0">
                <a:effectLst/>
                <a:latin typeface="Times New Roman" panose="02020603050405020304" pitchFamily="18" charset="0"/>
                <a:ea typeface="Calibri" panose="020F0502020204030204" pitchFamily="34" charset="0"/>
                <a:cs typeface="Times New Roman" panose="02020603050405020304" pitchFamily="18" charset="0"/>
              </a:rPr>
              <a:t>Technology plays important role in development of economy the growth of economy is totally dependent on the technology in industries we can minimize the production process of the company by accepting advanced technology which helps business to grow and also by decreasing labour power When the question asked to the businessmen that technology helps to developed   the business out of 27 businessmen 22 are giving the statement true 2 gives false 1 agree with the statement and 2 gives other option </a:t>
            </a:r>
          </a:p>
          <a:p>
            <a:endParaRPr lang="en-IN"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918607" y="0"/>
            <a:ext cx="7369393" cy="10286999"/>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22956215" y="-3629088"/>
            <a:ext cx="5362559" cy="3076559"/>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26379479" y="3825042"/>
            <a:ext cx="4391040" cy="3076529"/>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23441975" y="8420100"/>
            <a:ext cx="4391040" cy="3076559"/>
          </a:xfrm>
          <a:prstGeom prst="rect">
            <a:avLst/>
          </a:prstGeom>
          <a:blipFill>
            <a:blip r:embed="rId5" cstate="print"/>
            <a:stretch>
              <a:fillRect/>
            </a:stretch>
          </a:blipFill>
        </p:spPr>
        <p:txBody>
          <a:bodyPr wrap="square" lIns="0" tIns="0" rIns="0" bIns="0" rtlCol="0"/>
          <a:lstStyle/>
          <a:p>
            <a:endParaRPr dirty="0"/>
          </a:p>
        </p:txBody>
      </p:sp>
      <p:sp>
        <p:nvSpPr>
          <p:cNvPr id="6" name="object 6"/>
          <p:cNvSpPr/>
          <p:nvPr/>
        </p:nvSpPr>
        <p:spPr>
          <a:xfrm>
            <a:off x="14846849" y="-4290694"/>
            <a:ext cx="4748702" cy="2992398"/>
          </a:xfrm>
          <a:prstGeom prst="rect">
            <a:avLst/>
          </a:prstGeom>
          <a:blipFill>
            <a:blip r:embed="rId6" cstate="print"/>
            <a:stretch>
              <a:fillRect/>
            </a:stretch>
          </a:blipFill>
        </p:spPr>
        <p:txBody>
          <a:bodyPr wrap="square" lIns="0" tIns="0" rIns="0" bIns="0" rtlCol="0"/>
          <a:lstStyle/>
          <a:p>
            <a:endParaRPr/>
          </a:p>
        </p:txBody>
      </p:sp>
      <p:sp>
        <p:nvSpPr>
          <p:cNvPr id="8" name="object 8"/>
          <p:cNvSpPr txBox="1">
            <a:spLocks noGrp="1"/>
          </p:cNvSpPr>
          <p:nvPr>
            <p:ph type="title"/>
          </p:nvPr>
        </p:nvSpPr>
        <p:spPr>
          <a:xfrm>
            <a:off x="1066800" y="-3259756"/>
            <a:ext cx="1524000" cy="1961460"/>
          </a:xfrm>
          <a:prstGeom prst="rect">
            <a:avLst/>
          </a:prstGeom>
        </p:spPr>
        <p:txBody>
          <a:bodyPr vert="horz" wrap="square" lIns="0" tIns="12700" rIns="0" bIns="0" rtlCol="0">
            <a:spAutoFit/>
          </a:bodyPr>
          <a:lstStyle/>
          <a:p>
            <a:pPr marL="12700">
              <a:lnSpc>
                <a:spcPct val="100000"/>
              </a:lnSpc>
              <a:spcBef>
                <a:spcPts val="100"/>
              </a:spcBef>
            </a:pPr>
            <a:endParaRPr sz="4500" dirty="0"/>
          </a:p>
        </p:txBody>
      </p:sp>
      <p:sp>
        <p:nvSpPr>
          <p:cNvPr id="9" name="object 9"/>
          <p:cNvSpPr txBox="1"/>
          <p:nvPr/>
        </p:nvSpPr>
        <p:spPr>
          <a:xfrm>
            <a:off x="4572000" y="-4302688"/>
            <a:ext cx="4001135" cy="713740"/>
          </a:xfrm>
          <a:prstGeom prst="rect">
            <a:avLst/>
          </a:prstGeom>
        </p:spPr>
        <p:txBody>
          <a:bodyPr vert="horz" wrap="square" lIns="0" tIns="4445" rIns="0" bIns="0" rtlCol="0">
            <a:spAutoFit/>
          </a:bodyPr>
          <a:lstStyle/>
          <a:p>
            <a:pPr marR="5080">
              <a:lnSpc>
                <a:spcPct val="103699"/>
              </a:lnSpc>
              <a:spcBef>
                <a:spcPts val="35"/>
              </a:spcBef>
              <a:tabLst>
                <a:tab pos="1866264" algn="l"/>
                <a:tab pos="3509010" algn="l"/>
              </a:tabLst>
            </a:pPr>
            <a:r>
              <a:rPr sz="2200" spc="-135" dirty="0">
                <a:solidFill>
                  <a:srgbClr val="FFFFFF"/>
                </a:solidFill>
                <a:latin typeface="Arial Black"/>
                <a:cs typeface="Arial Black"/>
              </a:rPr>
              <a:t>Lorem </a:t>
            </a:r>
            <a:r>
              <a:rPr sz="2200" spc="-55" dirty="0">
                <a:solidFill>
                  <a:srgbClr val="FFFFFF"/>
                </a:solidFill>
                <a:latin typeface="Arial Black"/>
                <a:cs typeface="Arial Black"/>
              </a:rPr>
              <a:t>ipsum </a:t>
            </a:r>
            <a:r>
              <a:rPr sz="2200" spc="-75" dirty="0">
                <a:solidFill>
                  <a:srgbClr val="FFFFFF"/>
                </a:solidFill>
                <a:latin typeface="Arial Black"/>
                <a:cs typeface="Arial Black"/>
              </a:rPr>
              <a:t>dolor </a:t>
            </a:r>
            <a:r>
              <a:rPr sz="2200" spc="-175" dirty="0">
                <a:solidFill>
                  <a:srgbClr val="FFFFFF"/>
                </a:solidFill>
                <a:latin typeface="Arial Black"/>
                <a:cs typeface="Arial Black"/>
              </a:rPr>
              <a:t>sit </a:t>
            </a:r>
            <a:r>
              <a:rPr sz="2200" spc="-80" dirty="0">
                <a:solidFill>
                  <a:srgbClr val="FFFFFF"/>
                </a:solidFill>
                <a:latin typeface="Arial Black"/>
                <a:cs typeface="Arial Black"/>
              </a:rPr>
              <a:t>amet,  </a:t>
            </a:r>
            <a:r>
              <a:rPr sz="2200" spc="-114" dirty="0">
                <a:solidFill>
                  <a:srgbClr val="FFFFFF"/>
                </a:solidFill>
                <a:latin typeface="Arial Black"/>
                <a:cs typeface="Arial Black"/>
              </a:rPr>
              <a:t>c</a:t>
            </a:r>
            <a:r>
              <a:rPr sz="2200" spc="-40" dirty="0">
                <a:solidFill>
                  <a:srgbClr val="FFFFFF"/>
                </a:solidFill>
                <a:latin typeface="Arial Black"/>
                <a:cs typeface="Arial Black"/>
              </a:rPr>
              <a:t>on</a:t>
            </a:r>
            <a:r>
              <a:rPr sz="2200" spc="-180" dirty="0">
                <a:solidFill>
                  <a:srgbClr val="FFFFFF"/>
                </a:solidFill>
                <a:latin typeface="Arial Black"/>
                <a:cs typeface="Arial Black"/>
              </a:rPr>
              <a:t>s</a:t>
            </a:r>
            <a:r>
              <a:rPr sz="2200" spc="-85" dirty="0">
                <a:solidFill>
                  <a:srgbClr val="FFFFFF"/>
                </a:solidFill>
                <a:latin typeface="Arial Black"/>
                <a:cs typeface="Arial Black"/>
              </a:rPr>
              <a:t>e</a:t>
            </a:r>
            <a:r>
              <a:rPr sz="2200" spc="-114" dirty="0">
                <a:solidFill>
                  <a:srgbClr val="FFFFFF"/>
                </a:solidFill>
                <a:latin typeface="Arial Black"/>
                <a:cs typeface="Arial Black"/>
              </a:rPr>
              <a:t>c</a:t>
            </a:r>
            <a:r>
              <a:rPr sz="2200" spc="-165" dirty="0">
                <a:solidFill>
                  <a:srgbClr val="FFFFFF"/>
                </a:solidFill>
                <a:latin typeface="Arial Black"/>
                <a:cs typeface="Arial Black"/>
              </a:rPr>
              <a:t>t</a:t>
            </a:r>
            <a:r>
              <a:rPr sz="2200" spc="-85" dirty="0">
                <a:solidFill>
                  <a:srgbClr val="FFFFFF"/>
                </a:solidFill>
                <a:latin typeface="Arial Black"/>
                <a:cs typeface="Arial Black"/>
              </a:rPr>
              <a:t>e</a:t>
            </a:r>
            <a:r>
              <a:rPr sz="2200" spc="-165" dirty="0">
                <a:solidFill>
                  <a:srgbClr val="FFFFFF"/>
                </a:solidFill>
                <a:latin typeface="Arial Black"/>
                <a:cs typeface="Arial Black"/>
              </a:rPr>
              <a:t>t</a:t>
            </a:r>
            <a:r>
              <a:rPr sz="2200" spc="-40" dirty="0">
                <a:solidFill>
                  <a:srgbClr val="FFFFFF"/>
                </a:solidFill>
                <a:latin typeface="Arial Black"/>
                <a:cs typeface="Arial Black"/>
              </a:rPr>
              <a:t>u</a:t>
            </a:r>
            <a:r>
              <a:rPr sz="2200" spc="-145" dirty="0">
                <a:solidFill>
                  <a:srgbClr val="FFFFFF"/>
                </a:solidFill>
                <a:latin typeface="Arial Black"/>
                <a:cs typeface="Arial Black"/>
              </a:rPr>
              <a:t>r</a:t>
            </a:r>
            <a:r>
              <a:rPr sz="2200" dirty="0">
                <a:solidFill>
                  <a:srgbClr val="FFFFFF"/>
                </a:solidFill>
                <a:latin typeface="Arial Black"/>
                <a:cs typeface="Arial Black"/>
              </a:rPr>
              <a:t>	</a:t>
            </a:r>
            <a:r>
              <a:rPr sz="2200" spc="40" dirty="0">
                <a:solidFill>
                  <a:srgbClr val="FFFFFF"/>
                </a:solidFill>
                <a:latin typeface="Arial Black"/>
                <a:cs typeface="Arial Black"/>
              </a:rPr>
              <a:t>ad</a:t>
            </a:r>
            <a:r>
              <a:rPr sz="2200" spc="-185" dirty="0">
                <a:solidFill>
                  <a:srgbClr val="FFFFFF"/>
                </a:solidFill>
                <a:latin typeface="Arial Black"/>
                <a:cs typeface="Arial Black"/>
              </a:rPr>
              <a:t>i</a:t>
            </a:r>
            <a:r>
              <a:rPr sz="2200" spc="40" dirty="0">
                <a:solidFill>
                  <a:srgbClr val="FFFFFF"/>
                </a:solidFill>
                <a:latin typeface="Arial Black"/>
                <a:cs typeface="Arial Black"/>
              </a:rPr>
              <a:t>p</a:t>
            </a:r>
            <a:r>
              <a:rPr sz="2200" spc="-185" dirty="0">
                <a:solidFill>
                  <a:srgbClr val="FFFFFF"/>
                </a:solidFill>
                <a:latin typeface="Arial Black"/>
                <a:cs typeface="Arial Black"/>
              </a:rPr>
              <a:t>i</a:t>
            </a:r>
            <a:r>
              <a:rPr sz="2200" spc="-180" dirty="0">
                <a:solidFill>
                  <a:srgbClr val="FFFFFF"/>
                </a:solidFill>
                <a:latin typeface="Arial Black"/>
                <a:cs typeface="Arial Black"/>
              </a:rPr>
              <a:t>s</a:t>
            </a:r>
            <a:r>
              <a:rPr sz="2200" spc="-150" dirty="0">
                <a:solidFill>
                  <a:srgbClr val="FFFFFF"/>
                </a:solidFill>
                <a:latin typeface="Arial Black"/>
                <a:cs typeface="Arial Black"/>
              </a:rPr>
              <a:t>ci</a:t>
            </a:r>
            <a:r>
              <a:rPr sz="2200" spc="-40" dirty="0">
                <a:solidFill>
                  <a:srgbClr val="FFFFFF"/>
                </a:solidFill>
                <a:latin typeface="Arial Black"/>
                <a:cs typeface="Arial Black"/>
              </a:rPr>
              <a:t>n</a:t>
            </a:r>
            <a:r>
              <a:rPr sz="2200" spc="40" dirty="0">
                <a:solidFill>
                  <a:srgbClr val="FFFFFF"/>
                </a:solidFill>
                <a:latin typeface="Arial Black"/>
                <a:cs typeface="Arial Black"/>
              </a:rPr>
              <a:t>g</a:t>
            </a:r>
            <a:r>
              <a:rPr sz="2200" dirty="0">
                <a:solidFill>
                  <a:srgbClr val="FFFFFF"/>
                </a:solidFill>
                <a:latin typeface="Arial Black"/>
                <a:cs typeface="Arial Black"/>
              </a:rPr>
              <a:t>	</a:t>
            </a:r>
            <a:r>
              <a:rPr sz="2200" spc="-85" dirty="0">
                <a:solidFill>
                  <a:srgbClr val="FFFFFF"/>
                </a:solidFill>
                <a:latin typeface="Arial Black"/>
                <a:cs typeface="Arial Black"/>
              </a:rPr>
              <a:t>e</a:t>
            </a:r>
            <a:r>
              <a:rPr sz="2200" spc="-185" dirty="0">
                <a:solidFill>
                  <a:srgbClr val="FFFFFF"/>
                </a:solidFill>
                <a:latin typeface="Arial Black"/>
                <a:cs typeface="Arial Black"/>
              </a:rPr>
              <a:t>li</a:t>
            </a:r>
            <a:r>
              <a:rPr sz="2200" spc="-165" dirty="0">
                <a:solidFill>
                  <a:srgbClr val="FFFFFF"/>
                </a:solidFill>
                <a:latin typeface="Arial Black"/>
                <a:cs typeface="Arial Black"/>
              </a:rPr>
              <a:t>t</a:t>
            </a:r>
            <a:r>
              <a:rPr sz="2200" spc="-265" dirty="0">
                <a:solidFill>
                  <a:srgbClr val="FFFFFF"/>
                </a:solidFill>
                <a:latin typeface="Arial Black"/>
                <a:cs typeface="Arial Black"/>
              </a:rPr>
              <a:t>.</a:t>
            </a:r>
            <a:endParaRPr sz="2200" dirty="0">
              <a:latin typeface="Arial Black"/>
              <a:cs typeface="Arial Black"/>
            </a:endParaRPr>
          </a:p>
        </p:txBody>
      </p:sp>
      <p:sp>
        <p:nvSpPr>
          <p:cNvPr id="10" name="object 10"/>
          <p:cNvSpPr txBox="1"/>
          <p:nvPr/>
        </p:nvSpPr>
        <p:spPr>
          <a:xfrm>
            <a:off x="4572000" y="-3607401"/>
            <a:ext cx="833755" cy="366395"/>
          </a:xfrm>
          <a:prstGeom prst="rect">
            <a:avLst/>
          </a:prstGeom>
        </p:spPr>
        <p:txBody>
          <a:bodyPr vert="horz" wrap="square" lIns="0" tIns="17145" rIns="0" bIns="0" rtlCol="0">
            <a:spAutoFit/>
          </a:bodyPr>
          <a:lstStyle/>
          <a:p>
            <a:pPr>
              <a:lnSpc>
                <a:spcPct val="100000"/>
              </a:lnSpc>
              <a:spcBef>
                <a:spcPts val="135"/>
              </a:spcBef>
            </a:pPr>
            <a:r>
              <a:rPr sz="2200" spc="-345" dirty="0">
                <a:solidFill>
                  <a:srgbClr val="FFFFFF"/>
                </a:solidFill>
                <a:latin typeface="Arial Black"/>
                <a:cs typeface="Arial Black"/>
              </a:rPr>
              <a:t>F</a:t>
            </a:r>
            <a:r>
              <a:rPr sz="2200" spc="-40" dirty="0">
                <a:solidFill>
                  <a:srgbClr val="FFFFFF"/>
                </a:solidFill>
                <a:latin typeface="Arial Black"/>
                <a:cs typeface="Arial Black"/>
              </a:rPr>
              <a:t>u</a:t>
            </a:r>
            <a:r>
              <a:rPr sz="2200" spc="-180" dirty="0">
                <a:solidFill>
                  <a:srgbClr val="FFFFFF"/>
                </a:solidFill>
                <a:latin typeface="Arial Black"/>
                <a:cs typeface="Arial Black"/>
              </a:rPr>
              <a:t>s</a:t>
            </a:r>
            <a:r>
              <a:rPr sz="2200" spc="-114" dirty="0">
                <a:solidFill>
                  <a:srgbClr val="FFFFFF"/>
                </a:solidFill>
                <a:latin typeface="Arial Black"/>
                <a:cs typeface="Arial Black"/>
              </a:rPr>
              <a:t>c</a:t>
            </a:r>
            <a:r>
              <a:rPr sz="2200" spc="-85" dirty="0">
                <a:solidFill>
                  <a:srgbClr val="FFFFFF"/>
                </a:solidFill>
                <a:latin typeface="Arial Black"/>
                <a:cs typeface="Arial Black"/>
              </a:rPr>
              <a:t>e</a:t>
            </a:r>
            <a:endParaRPr sz="2200">
              <a:latin typeface="Arial Black"/>
              <a:cs typeface="Arial Black"/>
            </a:endParaRPr>
          </a:p>
        </p:txBody>
      </p:sp>
      <p:sp>
        <p:nvSpPr>
          <p:cNvPr id="11" name="object 11"/>
          <p:cNvSpPr txBox="1"/>
          <p:nvPr/>
        </p:nvSpPr>
        <p:spPr>
          <a:xfrm>
            <a:off x="4572000" y="-3259757"/>
            <a:ext cx="4003040" cy="366395"/>
          </a:xfrm>
          <a:prstGeom prst="rect">
            <a:avLst/>
          </a:prstGeom>
        </p:spPr>
        <p:txBody>
          <a:bodyPr vert="horz" wrap="square" lIns="0" tIns="17145" rIns="0" bIns="0" rtlCol="0">
            <a:spAutoFit/>
          </a:bodyPr>
          <a:lstStyle/>
          <a:p>
            <a:pPr>
              <a:lnSpc>
                <a:spcPct val="100000"/>
              </a:lnSpc>
              <a:spcBef>
                <a:spcPts val="135"/>
              </a:spcBef>
              <a:tabLst>
                <a:tab pos="2451735" algn="l"/>
                <a:tab pos="3681729" algn="l"/>
              </a:tabLst>
            </a:pPr>
            <a:r>
              <a:rPr sz="2200" spc="-295" dirty="0">
                <a:solidFill>
                  <a:srgbClr val="FFFFFF"/>
                </a:solidFill>
                <a:latin typeface="Arial Black"/>
                <a:cs typeface="Arial Black"/>
              </a:rPr>
              <a:t>,</a:t>
            </a:r>
            <a:endParaRPr sz="2200" dirty="0">
              <a:latin typeface="Arial Black"/>
              <a:cs typeface="Arial Black"/>
            </a:endParaRPr>
          </a:p>
        </p:txBody>
      </p:sp>
      <p:sp>
        <p:nvSpPr>
          <p:cNvPr id="14" name="TextBox 13">
            <a:extLst>
              <a:ext uri="{FF2B5EF4-FFF2-40B4-BE49-F238E27FC236}">
                <a16:creationId xmlns:a16="http://schemas.microsoft.com/office/drawing/2014/main" id="{63C1E44C-B5A1-7441-3742-679D0EB15383}"/>
              </a:ext>
            </a:extLst>
          </p:cNvPr>
          <p:cNvSpPr txBox="1"/>
          <p:nvPr/>
        </p:nvSpPr>
        <p:spPr>
          <a:xfrm>
            <a:off x="8080055" y="-3445891"/>
            <a:ext cx="15392400" cy="369332"/>
          </a:xfrm>
          <a:prstGeom prst="rect">
            <a:avLst/>
          </a:prstGeom>
          <a:noFill/>
        </p:spPr>
        <p:txBody>
          <a:bodyPr wrap="square">
            <a:spAutoFit/>
          </a:bodyPr>
          <a:lstStyle/>
          <a:p>
            <a:pPr marL="12700">
              <a:lnSpc>
                <a:spcPct val="100000"/>
              </a:lnSpc>
              <a:spcBef>
                <a:spcPts val="100"/>
              </a:spcBef>
            </a:pPr>
            <a:r>
              <a:rPr lang="en-IN" sz="1800" spc="-445" dirty="0"/>
              <a:t>Portfolio</a:t>
            </a:r>
            <a:endParaRPr lang="en-IN" sz="1800" dirty="0"/>
          </a:p>
        </p:txBody>
      </p:sp>
      <p:sp>
        <p:nvSpPr>
          <p:cNvPr id="15" name="object 4">
            <a:extLst>
              <a:ext uri="{FF2B5EF4-FFF2-40B4-BE49-F238E27FC236}">
                <a16:creationId xmlns:a16="http://schemas.microsoft.com/office/drawing/2014/main" id="{389D495A-CE4E-92E6-1626-DC6D0DDBEAE7}"/>
              </a:ext>
            </a:extLst>
          </p:cNvPr>
          <p:cNvSpPr/>
          <p:nvPr/>
        </p:nvSpPr>
        <p:spPr>
          <a:xfrm>
            <a:off x="207326" y="266700"/>
            <a:ext cx="10155873" cy="1836174"/>
          </a:xfrm>
          <a:prstGeom prst="rect">
            <a:avLst/>
          </a:prstGeom>
          <a:blipFill>
            <a:blip r:embed="rId7" cstate="print"/>
            <a:stretch>
              <a:fillRect/>
            </a:stretch>
          </a:blipFill>
        </p:spPr>
        <p:txBody>
          <a:bodyPr wrap="square" lIns="0" tIns="0" rIns="0" bIns="0" rtlCol="0"/>
          <a:lstStyle/>
          <a:p>
            <a:endParaRPr dirty="0"/>
          </a:p>
        </p:txBody>
      </p:sp>
      <p:sp>
        <p:nvSpPr>
          <p:cNvPr id="16" name="TextBox 15">
            <a:extLst>
              <a:ext uri="{FF2B5EF4-FFF2-40B4-BE49-F238E27FC236}">
                <a16:creationId xmlns:a16="http://schemas.microsoft.com/office/drawing/2014/main" id="{17270AC4-B070-3969-DD2F-9E0E5EB0C3E7}"/>
              </a:ext>
            </a:extLst>
          </p:cNvPr>
          <p:cNvSpPr txBox="1"/>
          <p:nvPr/>
        </p:nvSpPr>
        <p:spPr>
          <a:xfrm>
            <a:off x="3618052" y="614344"/>
            <a:ext cx="6781800" cy="1015663"/>
          </a:xfrm>
          <a:prstGeom prst="rect">
            <a:avLst/>
          </a:prstGeom>
          <a:noFill/>
        </p:spPr>
        <p:txBody>
          <a:bodyPr wrap="square" rtlCol="0">
            <a:spAutoFit/>
          </a:bodyPr>
          <a:lstStyle/>
          <a:p>
            <a:r>
              <a:rPr lang="en-IN" sz="6000" b="1" u="sng" dirty="0">
                <a:solidFill>
                  <a:schemeClr val="bg1"/>
                </a:solidFill>
                <a:latin typeface="Arial" panose="020B0604020202020204" pitchFamily="34" charset="0"/>
                <a:cs typeface="Arial" panose="020B0604020202020204" pitchFamily="34" charset="0"/>
              </a:rPr>
              <a:t>Findings</a:t>
            </a:r>
            <a:r>
              <a:rPr lang="en-IN" sz="6000" b="1" u="sng" dirty="0">
                <a:solidFill>
                  <a:schemeClr val="bg1"/>
                </a:solidFill>
              </a:rPr>
              <a:t> </a:t>
            </a:r>
          </a:p>
        </p:txBody>
      </p:sp>
      <p:sp>
        <p:nvSpPr>
          <p:cNvPr id="17" name="TextBox 16">
            <a:extLst>
              <a:ext uri="{FF2B5EF4-FFF2-40B4-BE49-F238E27FC236}">
                <a16:creationId xmlns:a16="http://schemas.microsoft.com/office/drawing/2014/main" id="{AD5C5CA0-585F-9976-9A9E-F2F7987CB20E}"/>
              </a:ext>
            </a:extLst>
          </p:cNvPr>
          <p:cNvSpPr txBox="1"/>
          <p:nvPr/>
        </p:nvSpPr>
        <p:spPr>
          <a:xfrm>
            <a:off x="1066800" y="2781300"/>
            <a:ext cx="9333052" cy="5078313"/>
          </a:xfrm>
          <a:prstGeom prst="rect">
            <a:avLst/>
          </a:prstGeom>
          <a:noFill/>
        </p:spPr>
        <p:txBody>
          <a:bodyPr wrap="square" rtlCol="0">
            <a:spAutoFit/>
          </a:bodyPr>
          <a:lstStyle/>
          <a:p>
            <a:pPr algn="just"/>
            <a:r>
              <a:rPr lang="en-IN" sz="3600" b="1" u="sng" dirty="0">
                <a:solidFill>
                  <a:srgbClr val="00B050"/>
                </a:solidFill>
                <a:effectLst/>
                <a:latin typeface="Times New Roman" panose="02020603050405020304" pitchFamily="18" charset="0"/>
                <a:ea typeface="Calibri" panose="020F0502020204030204" pitchFamily="34" charset="0"/>
              </a:rPr>
              <a:t>Objectives :</a:t>
            </a:r>
            <a:r>
              <a:rPr lang="en-IN" sz="3600" dirty="0">
                <a:effectLst/>
                <a:latin typeface="Times New Roman" panose="02020603050405020304" pitchFamily="18" charset="0"/>
                <a:ea typeface="Calibri" panose="020F0502020204030204" pitchFamily="34" charset="0"/>
              </a:rPr>
              <a:t>To provide supporting accessories for technology for businessman, students, teachers etc.</a:t>
            </a:r>
          </a:p>
          <a:p>
            <a:pPr algn="just"/>
            <a:r>
              <a:rPr lang="en-IN" sz="3600" b="1" u="sng" dirty="0">
                <a:solidFill>
                  <a:srgbClr val="00B050"/>
                </a:solidFill>
                <a:latin typeface="Times New Roman" panose="02020603050405020304" pitchFamily="18" charset="0"/>
                <a:ea typeface="Calibri" panose="020F0502020204030204" pitchFamily="34" charset="0"/>
              </a:rPr>
              <a:t>Findings :</a:t>
            </a:r>
            <a:r>
              <a:rPr lang="en-IN" sz="3600" b="1" u="sng" dirty="0">
                <a:solidFill>
                  <a:srgbClr val="00B050"/>
                </a:solidFill>
                <a:effectLst/>
                <a:latin typeface="Times New Roman" panose="02020603050405020304" pitchFamily="18" charset="0"/>
                <a:ea typeface="Calibri" panose="020F0502020204030204" pitchFamily="34" charset="0"/>
              </a:rPr>
              <a:t> </a:t>
            </a:r>
            <a:r>
              <a:rPr lang="en-IN" sz="3600" dirty="0">
                <a:effectLst/>
                <a:latin typeface="Times New Roman" panose="02020603050405020304" pitchFamily="18" charset="0"/>
                <a:ea typeface="Calibri" panose="020F0502020204030204" pitchFamily="34" charset="0"/>
              </a:rPr>
              <a:t>They are the persons how are using technology for their need the are the participants for the growing economy When we ask to students that what are the use of technology most then 47students uses technology for learnings 17 using for entertainment and 7 for gaming </a:t>
            </a:r>
            <a:endParaRPr lang="en-IN" sz="3600" dirty="0"/>
          </a:p>
        </p:txBody>
      </p:sp>
    </p:spTree>
    <p:extLst>
      <p:ext uri="{BB962C8B-B14F-4D97-AF65-F5344CB8AC3E}">
        <p14:creationId xmlns:p14="http://schemas.microsoft.com/office/powerpoint/2010/main" val="398846088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2470" y="-103237"/>
            <a:ext cx="7815528" cy="4943459"/>
          </a:xfrm>
          <a:prstGeom prst="rect">
            <a:avLst/>
          </a:prstGeom>
          <a:blipFill>
            <a:blip r:embed="rId2" cstate="print"/>
            <a:stretch>
              <a:fillRect/>
            </a:stretch>
          </a:blipFill>
        </p:spPr>
        <p:txBody>
          <a:bodyPr wrap="square" lIns="0" tIns="0" rIns="0" bIns="0" rtlCol="0"/>
          <a:lstStyle/>
          <a:p>
            <a:endParaRPr/>
          </a:p>
        </p:txBody>
      </p:sp>
      <p:grpSp>
        <p:nvGrpSpPr>
          <p:cNvPr id="3" name="object 3"/>
          <p:cNvGrpSpPr/>
          <p:nvPr/>
        </p:nvGrpSpPr>
        <p:grpSpPr>
          <a:xfrm>
            <a:off x="10472470" y="3404524"/>
            <a:ext cx="7815528" cy="6879640"/>
            <a:chOff x="10472470" y="3404524"/>
            <a:chExt cx="7815528" cy="6879640"/>
          </a:xfrm>
        </p:grpSpPr>
        <p:sp>
          <p:nvSpPr>
            <p:cNvPr id="4" name="object 4"/>
            <p:cNvSpPr/>
            <p:nvPr/>
          </p:nvSpPr>
          <p:spPr>
            <a:xfrm>
              <a:off x="10472470" y="5235915"/>
              <a:ext cx="7815528" cy="5048249"/>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3893825" y="3404524"/>
              <a:ext cx="3086100" cy="3086100"/>
            </a:xfrm>
            <a:custGeom>
              <a:avLst/>
              <a:gdLst/>
              <a:ahLst/>
              <a:cxnLst/>
              <a:rect l="l" t="t" r="r" b="b"/>
              <a:pathLst>
                <a:path w="3086100" h="3086100">
                  <a:moveTo>
                    <a:pt x="1543213" y="3086097"/>
                  </a:moveTo>
                  <a:lnTo>
                    <a:pt x="1494984" y="3085365"/>
                  </a:lnTo>
                  <a:lnTo>
                    <a:pt x="1447289" y="3083177"/>
                  </a:lnTo>
                  <a:lnTo>
                    <a:pt x="1399981" y="3079555"/>
                  </a:lnTo>
                  <a:lnTo>
                    <a:pt x="1353082" y="3074522"/>
                  </a:lnTo>
                  <a:lnTo>
                    <a:pt x="1306612" y="3068099"/>
                  </a:lnTo>
                  <a:lnTo>
                    <a:pt x="1260594" y="3060307"/>
                  </a:lnTo>
                  <a:lnTo>
                    <a:pt x="1215048" y="3051167"/>
                  </a:lnTo>
                  <a:lnTo>
                    <a:pt x="1169997" y="3040701"/>
                  </a:lnTo>
                  <a:lnTo>
                    <a:pt x="1125460" y="3028930"/>
                  </a:lnTo>
                  <a:lnTo>
                    <a:pt x="1081461" y="3015875"/>
                  </a:lnTo>
                  <a:lnTo>
                    <a:pt x="1038019" y="3001559"/>
                  </a:lnTo>
                  <a:lnTo>
                    <a:pt x="995157" y="2986001"/>
                  </a:lnTo>
                  <a:lnTo>
                    <a:pt x="952895" y="2969224"/>
                  </a:lnTo>
                  <a:lnTo>
                    <a:pt x="911256" y="2951248"/>
                  </a:lnTo>
                  <a:lnTo>
                    <a:pt x="870260" y="2932096"/>
                  </a:lnTo>
                  <a:lnTo>
                    <a:pt x="829928" y="2911788"/>
                  </a:lnTo>
                  <a:lnTo>
                    <a:pt x="790283" y="2890346"/>
                  </a:lnTo>
                  <a:lnTo>
                    <a:pt x="751345" y="2867791"/>
                  </a:lnTo>
                  <a:lnTo>
                    <a:pt x="713136" y="2844145"/>
                  </a:lnTo>
                  <a:lnTo>
                    <a:pt x="675677" y="2819428"/>
                  </a:lnTo>
                  <a:lnTo>
                    <a:pt x="638989" y="2793662"/>
                  </a:lnTo>
                  <a:lnTo>
                    <a:pt x="603094" y="2766869"/>
                  </a:lnTo>
                  <a:lnTo>
                    <a:pt x="568013" y="2739070"/>
                  </a:lnTo>
                  <a:lnTo>
                    <a:pt x="533768" y="2710286"/>
                  </a:lnTo>
                  <a:lnTo>
                    <a:pt x="500379" y="2680538"/>
                  </a:lnTo>
                  <a:lnTo>
                    <a:pt x="467869" y="2649849"/>
                  </a:lnTo>
                  <a:lnTo>
                    <a:pt x="436258" y="2618238"/>
                  </a:lnTo>
                  <a:lnTo>
                    <a:pt x="405567" y="2585728"/>
                  </a:lnTo>
                  <a:lnTo>
                    <a:pt x="375819" y="2552340"/>
                  </a:lnTo>
                  <a:lnTo>
                    <a:pt x="347035" y="2518095"/>
                  </a:lnTo>
                  <a:lnTo>
                    <a:pt x="319235" y="2483014"/>
                  </a:lnTo>
                  <a:lnTo>
                    <a:pt x="292441" y="2447119"/>
                  </a:lnTo>
                  <a:lnTo>
                    <a:pt x="266675" y="2410432"/>
                  </a:lnTo>
                  <a:lnTo>
                    <a:pt x="241958" y="2372973"/>
                  </a:lnTo>
                  <a:lnTo>
                    <a:pt x="218311" y="2334764"/>
                  </a:lnTo>
                  <a:lnTo>
                    <a:pt x="195756" y="2295826"/>
                  </a:lnTo>
                  <a:lnTo>
                    <a:pt x="174313" y="2256180"/>
                  </a:lnTo>
                  <a:lnTo>
                    <a:pt x="154004" y="2215849"/>
                  </a:lnTo>
                  <a:lnTo>
                    <a:pt x="134852" y="2174852"/>
                  </a:lnTo>
                  <a:lnTo>
                    <a:pt x="116876" y="2133212"/>
                  </a:lnTo>
                  <a:lnTo>
                    <a:pt x="100098" y="2090951"/>
                  </a:lnTo>
                  <a:lnTo>
                    <a:pt x="84540" y="2048088"/>
                  </a:lnTo>
                  <a:lnTo>
                    <a:pt x="70223" y="2004646"/>
                  </a:lnTo>
                  <a:lnTo>
                    <a:pt x="57168" y="1960646"/>
                  </a:lnTo>
                  <a:lnTo>
                    <a:pt x="45396" y="1916109"/>
                  </a:lnTo>
                  <a:lnTo>
                    <a:pt x="34930" y="1871056"/>
                  </a:lnTo>
                  <a:lnTo>
                    <a:pt x="25790" y="1825510"/>
                  </a:lnTo>
                  <a:lnTo>
                    <a:pt x="17997" y="1779490"/>
                  </a:lnTo>
                  <a:lnTo>
                    <a:pt x="11574" y="1733020"/>
                  </a:lnTo>
                  <a:lnTo>
                    <a:pt x="6540" y="1686119"/>
                  </a:lnTo>
                  <a:lnTo>
                    <a:pt x="2919" y="1638809"/>
                  </a:lnTo>
                  <a:lnTo>
                    <a:pt x="730" y="1591112"/>
                  </a:lnTo>
                  <a:lnTo>
                    <a:pt x="0" y="1542810"/>
                  </a:lnTo>
                  <a:lnTo>
                    <a:pt x="730" y="1494988"/>
                  </a:lnTo>
                  <a:lnTo>
                    <a:pt x="2919" y="1447293"/>
                  </a:lnTo>
                  <a:lnTo>
                    <a:pt x="6540" y="1399985"/>
                  </a:lnTo>
                  <a:lnTo>
                    <a:pt x="11574" y="1353085"/>
                  </a:lnTo>
                  <a:lnTo>
                    <a:pt x="17997" y="1306616"/>
                  </a:lnTo>
                  <a:lnTo>
                    <a:pt x="25790" y="1260597"/>
                  </a:lnTo>
                  <a:lnTo>
                    <a:pt x="34930" y="1215052"/>
                  </a:lnTo>
                  <a:lnTo>
                    <a:pt x="45396" y="1170000"/>
                  </a:lnTo>
                  <a:lnTo>
                    <a:pt x="57168" y="1125464"/>
                  </a:lnTo>
                  <a:lnTo>
                    <a:pt x="70223" y="1081464"/>
                  </a:lnTo>
                  <a:lnTo>
                    <a:pt x="84540" y="1038023"/>
                  </a:lnTo>
                  <a:lnTo>
                    <a:pt x="100098" y="995161"/>
                  </a:lnTo>
                  <a:lnTo>
                    <a:pt x="116876" y="952899"/>
                  </a:lnTo>
                  <a:lnTo>
                    <a:pt x="134852" y="911260"/>
                  </a:lnTo>
                  <a:lnTo>
                    <a:pt x="154004" y="870263"/>
                  </a:lnTo>
                  <a:lnTo>
                    <a:pt x="174313" y="829932"/>
                  </a:lnTo>
                  <a:lnTo>
                    <a:pt x="195756" y="790287"/>
                  </a:lnTo>
                  <a:lnTo>
                    <a:pt x="218311" y="751349"/>
                  </a:lnTo>
                  <a:lnTo>
                    <a:pt x="241958" y="713140"/>
                  </a:lnTo>
                  <a:lnTo>
                    <a:pt x="266675" y="675680"/>
                  </a:lnTo>
                  <a:lnTo>
                    <a:pt x="292441" y="638993"/>
                  </a:lnTo>
                  <a:lnTo>
                    <a:pt x="319235" y="603098"/>
                  </a:lnTo>
                  <a:lnTo>
                    <a:pt x="347035" y="568017"/>
                  </a:lnTo>
                  <a:lnTo>
                    <a:pt x="375819" y="533771"/>
                  </a:lnTo>
                  <a:lnTo>
                    <a:pt x="405567" y="500383"/>
                  </a:lnTo>
                  <a:lnTo>
                    <a:pt x="436258" y="467872"/>
                  </a:lnTo>
                  <a:lnTo>
                    <a:pt x="467869" y="436261"/>
                  </a:lnTo>
                  <a:lnTo>
                    <a:pt x="500379" y="405571"/>
                  </a:lnTo>
                  <a:lnTo>
                    <a:pt x="533768" y="375823"/>
                  </a:lnTo>
                  <a:lnTo>
                    <a:pt x="568013" y="347038"/>
                  </a:lnTo>
                  <a:lnTo>
                    <a:pt x="603094" y="319239"/>
                  </a:lnTo>
                  <a:lnTo>
                    <a:pt x="638989" y="292445"/>
                  </a:lnTo>
                  <a:lnTo>
                    <a:pt x="675677" y="266679"/>
                  </a:lnTo>
                  <a:lnTo>
                    <a:pt x="713136" y="241962"/>
                  </a:lnTo>
                  <a:lnTo>
                    <a:pt x="751345" y="218315"/>
                  </a:lnTo>
                  <a:lnTo>
                    <a:pt x="790283" y="195759"/>
                  </a:lnTo>
                  <a:lnTo>
                    <a:pt x="829928" y="174316"/>
                  </a:lnTo>
                  <a:lnTo>
                    <a:pt x="870260" y="154008"/>
                  </a:lnTo>
                  <a:lnTo>
                    <a:pt x="911256" y="134855"/>
                  </a:lnTo>
                  <a:lnTo>
                    <a:pt x="952895" y="116879"/>
                  </a:lnTo>
                  <a:lnTo>
                    <a:pt x="995157" y="100102"/>
                  </a:lnTo>
                  <a:lnTo>
                    <a:pt x="1038019" y="84543"/>
                  </a:lnTo>
                  <a:lnTo>
                    <a:pt x="1081461" y="70226"/>
                  </a:lnTo>
                  <a:lnTo>
                    <a:pt x="1125460" y="57171"/>
                  </a:lnTo>
                  <a:lnTo>
                    <a:pt x="1169997" y="45400"/>
                  </a:lnTo>
                  <a:lnTo>
                    <a:pt x="1215048" y="34933"/>
                  </a:lnTo>
                  <a:lnTo>
                    <a:pt x="1260594" y="25793"/>
                  </a:lnTo>
                  <a:lnTo>
                    <a:pt x="1306612" y="18001"/>
                  </a:lnTo>
                  <a:lnTo>
                    <a:pt x="1353082" y="11577"/>
                  </a:lnTo>
                  <a:lnTo>
                    <a:pt x="1399981" y="6544"/>
                  </a:lnTo>
                  <a:lnTo>
                    <a:pt x="1447289" y="2922"/>
                  </a:lnTo>
                  <a:lnTo>
                    <a:pt x="1494984" y="734"/>
                  </a:lnTo>
                  <a:lnTo>
                    <a:pt x="1543041" y="0"/>
                  </a:lnTo>
                  <a:lnTo>
                    <a:pt x="1591107" y="734"/>
                  </a:lnTo>
                  <a:lnTo>
                    <a:pt x="1638803" y="2922"/>
                  </a:lnTo>
                  <a:lnTo>
                    <a:pt x="1686111" y="6544"/>
                  </a:lnTo>
                  <a:lnTo>
                    <a:pt x="1733010" y="11577"/>
                  </a:lnTo>
                  <a:lnTo>
                    <a:pt x="1779480" y="18001"/>
                  </a:lnTo>
                  <a:lnTo>
                    <a:pt x="1825498" y="25793"/>
                  </a:lnTo>
                  <a:lnTo>
                    <a:pt x="1871043" y="34933"/>
                  </a:lnTo>
                  <a:lnTo>
                    <a:pt x="1916095" y="45400"/>
                  </a:lnTo>
                  <a:lnTo>
                    <a:pt x="1960631" y="57171"/>
                  </a:lnTo>
                  <a:lnTo>
                    <a:pt x="2004631" y="70226"/>
                  </a:lnTo>
                  <a:lnTo>
                    <a:pt x="2048072" y="84543"/>
                  </a:lnTo>
                  <a:lnTo>
                    <a:pt x="2090935" y="100102"/>
                  </a:lnTo>
                  <a:lnTo>
                    <a:pt x="2133196" y="116879"/>
                  </a:lnTo>
                  <a:lnTo>
                    <a:pt x="2174836" y="134855"/>
                  </a:lnTo>
                  <a:lnTo>
                    <a:pt x="2215832" y="154008"/>
                  </a:lnTo>
                  <a:lnTo>
                    <a:pt x="2256163" y="174316"/>
                  </a:lnTo>
                  <a:lnTo>
                    <a:pt x="2295809" y="195759"/>
                  </a:lnTo>
                  <a:lnTo>
                    <a:pt x="2334746" y="218315"/>
                  </a:lnTo>
                  <a:lnTo>
                    <a:pt x="2372956" y="241962"/>
                  </a:lnTo>
                  <a:lnTo>
                    <a:pt x="2410415" y="266679"/>
                  </a:lnTo>
                  <a:lnTo>
                    <a:pt x="2447103" y="292445"/>
                  </a:lnTo>
                  <a:lnTo>
                    <a:pt x="2482997" y="319239"/>
                  </a:lnTo>
                  <a:lnTo>
                    <a:pt x="2518078" y="347038"/>
                  </a:lnTo>
                  <a:lnTo>
                    <a:pt x="2552324" y="375823"/>
                  </a:lnTo>
                  <a:lnTo>
                    <a:pt x="2585712" y="405571"/>
                  </a:lnTo>
                  <a:lnTo>
                    <a:pt x="2618223" y="436261"/>
                  </a:lnTo>
                  <a:lnTo>
                    <a:pt x="2649834" y="467872"/>
                  </a:lnTo>
                  <a:lnTo>
                    <a:pt x="2680524" y="500383"/>
                  </a:lnTo>
                  <a:lnTo>
                    <a:pt x="2710272" y="533771"/>
                  </a:lnTo>
                  <a:lnTo>
                    <a:pt x="2739057" y="568017"/>
                  </a:lnTo>
                  <a:lnTo>
                    <a:pt x="2766857" y="603098"/>
                  </a:lnTo>
                  <a:lnTo>
                    <a:pt x="2793650" y="638993"/>
                  </a:lnTo>
                  <a:lnTo>
                    <a:pt x="2819416" y="675680"/>
                  </a:lnTo>
                  <a:lnTo>
                    <a:pt x="2844134" y="713140"/>
                  </a:lnTo>
                  <a:lnTo>
                    <a:pt x="2867781" y="751349"/>
                  </a:lnTo>
                  <a:lnTo>
                    <a:pt x="2890336" y="790287"/>
                  </a:lnTo>
                  <a:lnTo>
                    <a:pt x="2911779" y="829932"/>
                  </a:lnTo>
                  <a:lnTo>
                    <a:pt x="2932087" y="870263"/>
                  </a:lnTo>
                  <a:lnTo>
                    <a:pt x="2951240" y="911260"/>
                  </a:lnTo>
                  <a:lnTo>
                    <a:pt x="2969216" y="952899"/>
                  </a:lnTo>
                  <a:lnTo>
                    <a:pt x="2985994" y="995161"/>
                  </a:lnTo>
                  <a:lnTo>
                    <a:pt x="3001552" y="1038023"/>
                  </a:lnTo>
                  <a:lnTo>
                    <a:pt x="3015869" y="1081464"/>
                  </a:lnTo>
                  <a:lnTo>
                    <a:pt x="3028924" y="1125464"/>
                  </a:lnTo>
                  <a:lnTo>
                    <a:pt x="3040695" y="1170000"/>
                  </a:lnTo>
                  <a:lnTo>
                    <a:pt x="3051162" y="1215052"/>
                  </a:lnTo>
                  <a:lnTo>
                    <a:pt x="3060302" y="1260597"/>
                  </a:lnTo>
                  <a:lnTo>
                    <a:pt x="3068095" y="1306616"/>
                  </a:lnTo>
                  <a:lnTo>
                    <a:pt x="3074518" y="1353085"/>
                  </a:lnTo>
                  <a:lnTo>
                    <a:pt x="3079551" y="1399985"/>
                  </a:lnTo>
                  <a:lnTo>
                    <a:pt x="3083173" y="1447293"/>
                  </a:lnTo>
                  <a:lnTo>
                    <a:pt x="3085362" y="1494988"/>
                  </a:lnTo>
                  <a:lnTo>
                    <a:pt x="3086089" y="1543049"/>
                  </a:lnTo>
                  <a:lnTo>
                    <a:pt x="3085362" y="1591112"/>
                  </a:lnTo>
                  <a:lnTo>
                    <a:pt x="3083173" y="1638809"/>
                  </a:lnTo>
                  <a:lnTo>
                    <a:pt x="3079551" y="1686119"/>
                  </a:lnTo>
                  <a:lnTo>
                    <a:pt x="3074518" y="1733020"/>
                  </a:lnTo>
                  <a:lnTo>
                    <a:pt x="3068095" y="1779490"/>
                  </a:lnTo>
                  <a:lnTo>
                    <a:pt x="3060302" y="1825510"/>
                  </a:lnTo>
                  <a:lnTo>
                    <a:pt x="3051162" y="1871056"/>
                  </a:lnTo>
                  <a:lnTo>
                    <a:pt x="3040695" y="1916109"/>
                  </a:lnTo>
                  <a:lnTo>
                    <a:pt x="3028924" y="1960646"/>
                  </a:lnTo>
                  <a:lnTo>
                    <a:pt x="3015869" y="2004646"/>
                  </a:lnTo>
                  <a:lnTo>
                    <a:pt x="3001552" y="2048088"/>
                  </a:lnTo>
                  <a:lnTo>
                    <a:pt x="2985994" y="2090951"/>
                  </a:lnTo>
                  <a:lnTo>
                    <a:pt x="2969216" y="2133212"/>
                  </a:lnTo>
                  <a:lnTo>
                    <a:pt x="2951240" y="2174852"/>
                  </a:lnTo>
                  <a:lnTo>
                    <a:pt x="2932087" y="2215849"/>
                  </a:lnTo>
                  <a:lnTo>
                    <a:pt x="2911779" y="2256180"/>
                  </a:lnTo>
                  <a:lnTo>
                    <a:pt x="2890336" y="2295826"/>
                  </a:lnTo>
                  <a:lnTo>
                    <a:pt x="2867781" y="2334764"/>
                  </a:lnTo>
                  <a:lnTo>
                    <a:pt x="2844134" y="2372973"/>
                  </a:lnTo>
                  <a:lnTo>
                    <a:pt x="2819416" y="2410432"/>
                  </a:lnTo>
                  <a:lnTo>
                    <a:pt x="2793650" y="2447119"/>
                  </a:lnTo>
                  <a:lnTo>
                    <a:pt x="2766857" y="2483014"/>
                  </a:lnTo>
                  <a:lnTo>
                    <a:pt x="2739057" y="2518095"/>
                  </a:lnTo>
                  <a:lnTo>
                    <a:pt x="2710272" y="2552340"/>
                  </a:lnTo>
                  <a:lnTo>
                    <a:pt x="2680524" y="2585728"/>
                  </a:lnTo>
                  <a:lnTo>
                    <a:pt x="2649834" y="2618238"/>
                  </a:lnTo>
                  <a:lnTo>
                    <a:pt x="2618223" y="2649849"/>
                  </a:lnTo>
                  <a:lnTo>
                    <a:pt x="2585712" y="2680538"/>
                  </a:lnTo>
                  <a:lnTo>
                    <a:pt x="2552324" y="2710286"/>
                  </a:lnTo>
                  <a:lnTo>
                    <a:pt x="2518078" y="2739070"/>
                  </a:lnTo>
                  <a:lnTo>
                    <a:pt x="2482997" y="2766869"/>
                  </a:lnTo>
                  <a:lnTo>
                    <a:pt x="2447103" y="2793662"/>
                  </a:lnTo>
                  <a:lnTo>
                    <a:pt x="2410415" y="2819428"/>
                  </a:lnTo>
                  <a:lnTo>
                    <a:pt x="2372956" y="2844145"/>
                  </a:lnTo>
                  <a:lnTo>
                    <a:pt x="2334746" y="2867791"/>
                  </a:lnTo>
                  <a:lnTo>
                    <a:pt x="2295809" y="2890346"/>
                  </a:lnTo>
                  <a:lnTo>
                    <a:pt x="2256163" y="2911788"/>
                  </a:lnTo>
                  <a:lnTo>
                    <a:pt x="2215832" y="2932096"/>
                  </a:lnTo>
                  <a:lnTo>
                    <a:pt x="2174836" y="2951248"/>
                  </a:lnTo>
                  <a:lnTo>
                    <a:pt x="2133196" y="2969224"/>
                  </a:lnTo>
                  <a:lnTo>
                    <a:pt x="2090935" y="2986001"/>
                  </a:lnTo>
                  <a:lnTo>
                    <a:pt x="2048072" y="3001559"/>
                  </a:lnTo>
                  <a:lnTo>
                    <a:pt x="2004631" y="3015875"/>
                  </a:lnTo>
                  <a:lnTo>
                    <a:pt x="1960631" y="3028930"/>
                  </a:lnTo>
                  <a:lnTo>
                    <a:pt x="1916095" y="3040701"/>
                  </a:lnTo>
                  <a:lnTo>
                    <a:pt x="1871043" y="3051167"/>
                  </a:lnTo>
                  <a:lnTo>
                    <a:pt x="1825498" y="3060307"/>
                  </a:lnTo>
                  <a:lnTo>
                    <a:pt x="1779480" y="3068099"/>
                  </a:lnTo>
                  <a:lnTo>
                    <a:pt x="1733010" y="3074522"/>
                  </a:lnTo>
                  <a:lnTo>
                    <a:pt x="1686111" y="3079555"/>
                  </a:lnTo>
                  <a:lnTo>
                    <a:pt x="1638803" y="3083177"/>
                  </a:lnTo>
                  <a:lnTo>
                    <a:pt x="1591107" y="3085365"/>
                  </a:lnTo>
                  <a:lnTo>
                    <a:pt x="1543213" y="3086097"/>
                  </a:lnTo>
                  <a:close/>
                </a:path>
              </a:pathLst>
            </a:custGeom>
            <a:solidFill>
              <a:srgbClr val="003873"/>
            </a:solidFill>
          </p:spPr>
          <p:txBody>
            <a:bodyPr wrap="square" lIns="0" tIns="0" rIns="0" bIns="0" rtlCol="0"/>
            <a:lstStyle/>
            <a:p>
              <a:endParaRPr/>
            </a:p>
          </p:txBody>
        </p:sp>
        <p:sp>
          <p:nvSpPr>
            <p:cNvPr id="6" name="object 6"/>
            <p:cNvSpPr/>
            <p:nvPr/>
          </p:nvSpPr>
          <p:spPr>
            <a:xfrm>
              <a:off x="14111904" y="3622608"/>
              <a:ext cx="2650490" cy="2650490"/>
            </a:xfrm>
            <a:custGeom>
              <a:avLst/>
              <a:gdLst/>
              <a:ahLst/>
              <a:cxnLst/>
              <a:rect l="l" t="t" r="r" b="b"/>
              <a:pathLst>
                <a:path w="2650490" h="2650490">
                  <a:moveTo>
                    <a:pt x="1324965" y="2649930"/>
                  </a:moveTo>
                  <a:lnTo>
                    <a:pt x="1276391" y="2649056"/>
                  </a:lnTo>
                  <a:lnTo>
                    <a:pt x="1228257" y="2646455"/>
                  </a:lnTo>
                  <a:lnTo>
                    <a:pt x="1180594" y="2642156"/>
                  </a:lnTo>
                  <a:lnTo>
                    <a:pt x="1133431" y="2636188"/>
                  </a:lnTo>
                  <a:lnTo>
                    <a:pt x="1086799" y="2628583"/>
                  </a:lnTo>
                  <a:lnTo>
                    <a:pt x="1040727" y="2619370"/>
                  </a:lnTo>
                  <a:lnTo>
                    <a:pt x="995245" y="2608579"/>
                  </a:lnTo>
                  <a:lnTo>
                    <a:pt x="950383" y="2596240"/>
                  </a:lnTo>
                  <a:lnTo>
                    <a:pt x="906171" y="2582383"/>
                  </a:lnTo>
                  <a:lnTo>
                    <a:pt x="862639" y="2567038"/>
                  </a:lnTo>
                  <a:lnTo>
                    <a:pt x="819817" y="2550234"/>
                  </a:lnTo>
                  <a:lnTo>
                    <a:pt x="777735" y="2532002"/>
                  </a:lnTo>
                  <a:lnTo>
                    <a:pt x="736422" y="2512371"/>
                  </a:lnTo>
                  <a:lnTo>
                    <a:pt x="695910" y="2491372"/>
                  </a:lnTo>
                  <a:lnTo>
                    <a:pt x="656227" y="2469035"/>
                  </a:lnTo>
                  <a:lnTo>
                    <a:pt x="617403" y="2445389"/>
                  </a:lnTo>
                  <a:lnTo>
                    <a:pt x="579469" y="2420464"/>
                  </a:lnTo>
                  <a:lnTo>
                    <a:pt x="542455" y="2394290"/>
                  </a:lnTo>
                  <a:lnTo>
                    <a:pt x="506390" y="2366898"/>
                  </a:lnTo>
                  <a:lnTo>
                    <a:pt x="471304" y="2338317"/>
                  </a:lnTo>
                  <a:lnTo>
                    <a:pt x="437227" y="2308577"/>
                  </a:lnTo>
                  <a:lnTo>
                    <a:pt x="404190" y="2277708"/>
                  </a:lnTo>
                  <a:lnTo>
                    <a:pt x="372222" y="2245739"/>
                  </a:lnTo>
                  <a:lnTo>
                    <a:pt x="341353" y="2212702"/>
                  </a:lnTo>
                  <a:lnTo>
                    <a:pt x="311613" y="2178625"/>
                  </a:lnTo>
                  <a:lnTo>
                    <a:pt x="283031" y="2143540"/>
                  </a:lnTo>
                  <a:lnTo>
                    <a:pt x="255639" y="2107475"/>
                  </a:lnTo>
                  <a:lnTo>
                    <a:pt x="229465" y="2070460"/>
                  </a:lnTo>
                  <a:lnTo>
                    <a:pt x="204541" y="2032526"/>
                  </a:lnTo>
                  <a:lnTo>
                    <a:pt x="180894" y="1993703"/>
                  </a:lnTo>
                  <a:lnTo>
                    <a:pt x="158557" y="1954020"/>
                  </a:lnTo>
                  <a:lnTo>
                    <a:pt x="137558" y="1913507"/>
                  </a:lnTo>
                  <a:lnTo>
                    <a:pt x="117927" y="1872195"/>
                  </a:lnTo>
                  <a:lnTo>
                    <a:pt x="99695" y="1830112"/>
                  </a:lnTo>
                  <a:lnTo>
                    <a:pt x="82892" y="1787290"/>
                  </a:lnTo>
                  <a:lnTo>
                    <a:pt x="67546" y="1743758"/>
                  </a:lnTo>
                  <a:lnTo>
                    <a:pt x="53689" y="1699547"/>
                  </a:lnTo>
                  <a:lnTo>
                    <a:pt x="41350" y="1654685"/>
                  </a:lnTo>
                  <a:lnTo>
                    <a:pt x="30559" y="1609203"/>
                  </a:lnTo>
                  <a:lnTo>
                    <a:pt x="21346" y="1563130"/>
                  </a:lnTo>
                  <a:lnTo>
                    <a:pt x="13741" y="1516498"/>
                  </a:lnTo>
                  <a:lnTo>
                    <a:pt x="7774" y="1469335"/>
                  </a:lnTo>
                  <a:lnTo>
                    <a:pt x="3474" y="1421672"/>
                  </a:lnTo>
                  <a:lnTo>
                    <a:pt x="873" y="1373539"/>
                  </a:lnTo>
                  <a:lnTo>
                    <a:pt x="0" y="1324990"/>
                  </a:lnTo>
                  <a:lnTo>
                    <a:pt x="873" y="1276393"/>
                  </a:lnTo>
                  <a:lnTo>
                    <a:pt x="3474" y="1228261"/>
                  </a:lnTo>
                  <a:lnTo>
                    <a:pt x="7774" y="1180599"/>
                  </a:lnTo>
                  <a:lnTo>
                    <a:pt x="13741" y="1133438"/>
                  </a:lnTo>
                  <a:lnTo>
                    <a:pt x="21346" y="1086807"/>
                  </a:lnTo>
                  <a:lnTo>
                    <a:pt x="30559" y="1040736"/>
                  </a:lnTo>
                  <a:lnTo>
                    <a:pt x="41350" y="995255"/>
                  </a:lnTo>
                  <a:lnTo>
                    <a:pt x="53689" y="950394"/>
                  </a:lnTo>
                  <a:lnTo>
                    <a:pt x="67546" y="906183"/>
                  </a:lnTo>
                  <a:lnTo>
                    <a:pt x="82892" y="862651"/>
                  </a:lnTo>
                  <a:lnTo>
                    <a:pt x="99695" y="819830"/>
                  </a:lnTo>
                  <a:lnTo>
                    <a:pt x="117927" y="777748"/>
                  </a:lnTo>
                  <a:lnTo>
                    <a:pt x="137558" y="736436"/>
                  </a:lnTo>
                  <a:lnTo>
                    <a:pt x="158557" y="695923"/>
                  </a:lnTo>
                  <a:lnTo>
                    <a:pt x="180894" y="656240"/>
                  </a:lnTo>
                  <a:lnTo>
                    <a:pt x="204541" y="617417"/>
                  </a:lnTo>
                  <a:lnTo>
                    <a:pt x="229465" y="579483"/>
                  </a:lnTo>
                  <a:lnTo>
                    <a:pt x="255639" y="542468"/>
                  </a:lnTo>
                  <a:lnTo>
                    <a:pt x="283031" y="506403"/>
                  </a:lnTo>
                  <a:lnTo>
                    <a:pt x="311613" y="471317"/>
                  </a:lnTo>
                  <a:lnTo>
                    <a:pt x="341353" y="437240"/>
                  </a:lnTo>
                  <a:lnTo>
                    <a:pt x="372222" y="404202"/>
                  </a:lnTo>
                  <a:lnTo>
                    <a:pt x="404190" y="372233"/>
                  </a:lnTo>
                  <a:lnTo>
                    <a:pt x="437227" y="341363"/>
                  </a:lnTo>
                  <a:lnTo>
                    <a:pt x="471304" y="311623"/>
                  </a:lnTo>
                  <a:lnTo>
                    <a:pt x="506390" y="283041"/>
                  </a:lnTo>
                  <a:lnTo>
                    <a:pt x="542455" y="255648"/>
                  </a:lnTo>
                  <a:lnTo>
                    <a:pt x="579469" y="229474"/>
                  </a:lnTo>
                  <a:lnTo>
                    <a:pt x="617403" y="204548"/>
                  </a:lnTo>
                  <a:lnTo>
                    <a:pt x="656227" y="180901"/>
                  </a:lnTo>
                  <a:lnTo>
                    <a:pt x="695910" y="158563"/>
                  </a:lnTo>
                  <a:lnTo>
                    <a:pt x="736422" y="137564"/>
                  </a:lnTo>
                  <a:lnTo>
                    <a:pt x="777735" y="117932"/>
                  </a:lnTo>
                  <a:lnTo>
                    <a:pt x="819817" y="99700"/>
                  </a:lnTo>
                  <a:lnTo>
                    <a:pt x="862639" y="82895"/>
                  </a:lnTo>
                  <a:lnTo>
                    <a:pt x="906171" y="67549"/>
                  </a:lnTo>
                  <a:lnTo>
                    <a:pt x="950383" y="53691"/>
                  </a:lnTo>
                  <a:lnTo>
                    <a:pt x="995245" y="41352"/>
                  </a:lnTo>
                  <a:lnTo>
                    <a:pt x="1040727" y="30560"/>
                  </a:lnTo>
                  <a:lnTo>
                    <a:pt x="1086799" y="21347"/>
                  </a:lnTo>
                  <a:lnTo>
                    <a:pt x="1133431" y="13742"/>
                  </a:lnTo>
                  <a:lnTo>
                    <a:pt x="1180594" y="7774"/>
                  </a:lnTo>
                  <a:lnTo>
                    <a:pt x="1228257" y="3475"/>
                  </a:lnTo>
                  <a:lnTo>
                    <a:pt x="1276391" y="873"/>
                  </a:lnTo>
                  <a:lnTo>
                    <a:pt x="1324948" y="0"/>
                  </a:lnTo>
                  <a:lnTo>
                    <a:pt x="1373539" y="873"/>
                  </a:lnTo>
                  <a:lnTo>
                    <a:pt x="1421672" y="3475"/>
                  </a:lnTo>
                  <a:lnTo>
                    <a:pt x="1469335" y="7774"/>
                  </a:lnTo>
                  <a:lnTo>
                    <a:pt x="1516498" y="13742"/>
                  </a:lnTo>
                  <a:lnTo>
                    <a:pt x="1563130" y="21347"/>
                  </a:lnTo>
                  <a:lnTo>
                    <a:pt x="1609202" y="30560"/>
                  </a:lnTo>
                  <a:lnTo>
                    <a:pt x="1654684" y="41352"/>
                  </a:lnTo>
                  <a:lnTo>
                    <a:pt x="1699546" y="53691"/>
                  </a:lnTo>
                  <a:lnTo>
                    <a:pt x="1743758" y="67549"/>
                  </a:lnTo>
                  <a:lnTo>
                    <a:pt x="1787290" y="82895"/>
                  </a:lnTo>
                  <a:lnTo>
                    <a:pt x="1830112" y="99700"/>
                  </a:lnTo>
                  <a:lnTo>
                    <a:pt x="1872194" y="117932"/>
                  </a:lnTo>
                  <a:lnTo>
                    <a:pt x="1913507" y="137564"/>
                  </a:lnTo>
                  <a:lnTo>
                    <a:pt x="1954019" y="158563"/>
                  </a:lnTo>
                  <a:lnTo>
                    <a:pt x="1993703" y="180901"/>
                  </a:lnTo>
                  <a:lnTo>
                    <a:pt x="2032526" y="204548"/>
                  </a:lnTo>
                  <a:lnTo>
                    <a:pt x="2070460" y="229474"/>
                  </a:lnTo>
                  <a:lnTo>
                    <a:pt x="2107474" y="255648"/>
                  </a:lnTo>
                  <a:lnTo>
                    <a:pt x="2143540" y="283041"/>
                  </a:lnTo>
                  <a:lnTo>
                    <a:pt x="2178625" y="311623"/>
                  </a:lnTo>
                  <a:lnTo>
                    <a:pt x="2212702" y="341363"/>
                  </a:lnTo>
                  <a:lnTo>
                    <a:pt x="2245739" y="372233"/>
                  </a:lnTo>
                  <a:lnTo>
                    <a:pt x="2277707" y="404202"/>
                  </a:lnTo>
                  <a:lnTo>
                    <a:pt x="2308576" y="437240"/>
                  </a:lnTo>
                  <a:lnTo>
                    <a:pt x="2338317" y="471317"/>
                  </a:lnTo>
                  <a:lnTo>
                    <a:pt x="2366898" y="506403"/>
                  </a:lnTo>
                  <a:lnTo>
                    <a:pt x="2394290" y="542468"/>
                  </a:lnTo>
                  <a:lnTo>
                    <a:pt x="2420464" y="579483"/>
                  </a:lnTo>
                  <a:lnTo>
                    <a:pt x="2445389" y="617417"/>
                  </a:lnTo>
                  <a:lnTo>
                    <a:pt x="2469035" y="656240"/>
                  </a:lnTo>
                  <a:lnTo>
                    <a:pt x="2491372" y="695923"/>
                  </a:lnTo>
                  <a:lnTo>
                    <a:pt x="2512371" y="736436"/>
                  </a:lnTo>
                  <a:lnTo>
                    <a:pt x="2532002" y="777748"/>
                  </a:lnTo>
                  <a:lnTo>
                    <a:pt x="2550234" y="819830"/>
                  </a:lnTo>
                  <a:lnTo>
                    <a:pt x="2567038" y="862651"/>
                  </a:lnTo>
                  <a:lnTo>
                    <a:pt x="2582383" y="906183"/>
                  </a:lnTo>
                  <a:lnTo>
                    <a:pt x="2596240" y="950394"/>
                  </a:lnTo>
                  <a:lnTo>
                    <a:pt x="2608579" y="995255"/>
                  </a:lnTo>
                  <a:lnTo>
                    <a:pt x="2619370" y="1040736"/>
                  </a:lnTo>
                  <a:lnTo>
                    <a:pt x="2628583" y="1086807"/>
                  </a:lnTo>
                  <a:lnTo>
                    <a:pt x="2636188" y="1133438"/>
                  </a:lnTo>
                  <a:lnTo>
                    <a:pt x="2642155" y="1180599"/>
                  </a:lnTo>
                  <a:lnTo>
                    <a:pt x="2646455" y="1228261"/>
                  </a:lnTo>
                  <a:lnTo>
                    <a:pt x="2649056" y="1276393"/>
                  </a:lnTo>
                  <a:lnTo>
                    <a:pt x="2649930" y="1324940"/>
                  </a:lnTo>
                  <a:lnTo>
                    <a:pt x="2649056" y="1373539"/>
                  </a:lnTo>
                  <a:lnTo>
                    <a:pt x="2646455" y="1421672"/>
                  </a:lnTo>
                  <a:lnTo>
                    <a:pt x="2642155" y="1469335"/>
                  </a:lnTo>
                  <a:lnTo>
                    <a:pt x="2636188" y="1516498"/>
                  </a:lnTo>
                  <a:lnTo>
                    <a:pt x="2628583" y="1563130"/>
                  </a:lnTo>
                  <a:lnTo>
                    <a:pt x="2619370" y="1609203"/>
                  </a:lnTo>
                  <a:lnTo>
                    <a:pt x="2608579" y="1654685"/>
                  </a:lnTo>
                  <a:lnTo>
                    <a:pt x="2596240" y="1699547"/>
                  </a:lnTo>
                  <a:lnTo>
                    <a:pt x="2582383" y="1743758"/>
                  </a:lnTo>
                  <a:lnTo>
                    <a:pt x="2567038" y="1787290"/>
                  </a:lnTo>
                  <a:lnTo>
                    <a:pt x="2550234" y="1830112"/>
                  </a:lnTo>
                  <a:lnTo>
                    <a:pt x="2532002" y="1872195"/>
                  </a:lnTo>
                  <a:lnTo>
                    <a:pt x="2512371" y="1913507"/>
                  </a:lnTo>
                  <a:lnTo>
                    <a:pt x="2491372" y="1954020"/>
                  </a:lnTo>
                  <a:lnTo>
                    <a:pt x="2469035" y="1993703"/>
                  </a:lnTo>
                  <a:lnTo>
                    <a:pt x="2445389" y="2032526"/>
                  </a:lnTo>
                  <a:lnTo>
                    <a:pt x="2420464" y="2070460"/>
                  </a:lnTo>
                  <a:lnTo>
                    <a:pt x="2394290" y="2107475"/>
                  </a:lnTo>
                  <a:lnTo>
                    <a:pt x="2366898" y="2143540"/>
                  </a:lnTo>
                  <a:lnTo>
                    <a:pt x="2338317" y="2178625"/>
                  </a:lnTo>
                  <a:lnTo>
                    <a:pt x="2308576" y="2212702"/>
                  </a:lnTo>
                  <a:lnTo>
                    <a:pt x="2277707" y="2245739"/>
                  </a:lnTo>
                  <a:lnTo>
                    <a:pt x="2245739" y="2277708"/>
                  </a:lnTo>
                  <a:lnTo>
                    <a:pt x="2212702" y="2308577"/>
                  </a:lnTo>
                  <a:lnTo>
                    <a:pt x="2178625" y="2338317"/>
                  </a:lnTo>
                  <a:lnTo>
                    <a:pt x="2143540" y="2366898"/>
                  </a:lnTo>
                  <a:lnTo>
                    <a:pt x="2107474" y="2394290"/>
                  </a:lnTo>
                  <a:lnTo>
                    <a:pt x="2070460" y="2420464"/>
                  </a:lnTo>
                  <a:lnTo>
                    <a:pt x="2032526" y="2445389"/>
                  </a:lnTo>
                  <a:lnTo>
                    <a:pt x="1993703" y="2469035"/>
                  </a:lnTo>
                  <a:lnTo>
                    <a:pt x="1954019" y="2491372"/>
                  </a:lnTo>
                  <a:lnTo>
                    <a:pt x="1913507" y="2512371"/>
                  </a:lnTo>
                  <a:lnTo>
                    <a:pt x="1872194" y="2532002"/>
                  </a:lnTo>
                  <a:lnTo>
                    <a:pt x="1830112" y="2550234"/>
                  </a:lnTo>
                  <a:lnTo>
                    <a:pt x="1787290" y="2567038"/>
                  </a:lnTo>
                  <a:lnTo>
                    <a:pt x="1743758" y="2582383"/>
                  </a:lnTo>
                  <a:lnTo>
                    <a:pt x="1699546" y="2596240"/>
                  </a:lnTo>
                  <a:lnTo>
                    <a:pt x="1654684" y="2608579"/>
                  </a:lnTo>
                  <a:lnTo>
                    <a:pt x="1609202" y="2619370"/>
                  </a:lnTo>
                  <a:lnTo>
                    <a:pt x="1563130" y="2628583"/>
                  </a:lnTo>
                  <a:lnTo>
                    <a:pt x="1516498" y="2636188"/>
                  </a:lnTo>
                  <a:lnTo>
                    <a:pt x="1469335" y="2642156"/>
                  </a:lnTo>
                  <a:lnTo>
                    <a:pt x="1421672" y="2646455"/>
                  </a:lnTo>
                  <a:lnTo>
                    <a:pt x="1373539" y="2649056"/>
                  </a:lnTo>
                  <a:lnTo>
                    <a:pt x="1324965" y="2649930"/>
                  </a:lnTo>
                  <a:close/>
                </a:path>
              </a:pathLst>
            </a:custGeom>
            <a:solidFill>
              <a:srgbClr val="BAEF4B"/>
            </a:solidFill>
          </p:spPr>
          <p:txBody>
            <a:bodyPr wrap="square" lIns="0" tIns="0" rIns="0" bIns="0" rtlCol="0"/>
            <a:lstStyle/>
            <a:p>
              <a:endParaRPr/>
            </a:p>
          </p:txBody>
        </p:sp>
        <p:sp>
          <p:nvSpPr>
            <p:cNvPr id="7" name="object 7"/>
            <p:cNvSpPr/>
            <p:nvPr/>
          </p:nvSpPr>
          <p:spPr>
            <a:xfrm>
              <a:off x="14920583" y="5149747"/>
              <a:ext cx="853440" cy="224790"/>
            </a:xfrm>
            <a:custGeom>
              <a:avLst/>
              <a:gdLst/>
              <a:ahLst/>
              <a:cxnLst/>
              <a:rect l="l" t="t" r="r" b="b"/>
              <a:pathLst>
                <a:path w="853440" h="224789">
                  <a:moveTo>
                    <a:pt x="179603" y="134708"/>
                  </a:moveTo>
                  <a:lnTo>
                    <a:pt x="0" y="134708"/>
                  </a:lnTo>
                  <a:lnTo>
                    <a:pt x="0" y="224523"/>
                  </a:lnTo>
                  <a:lnTo>
                    <a:pt x="179603" y="224523"/>
                  </a:lnTo>
                  <a:lnTo>
                    <a:pt x="179603" y="134708"/>
                  </a:lnTo>
                  <a:close/>
                </a:path>
                <a:path w="853440" h="224789">
                  <a:moveTo>
                    <a:pt x="179603" y="0"/>
                  </a:moveTo>
                  <a:lnTo>
                    <a:pt x="0" y="0"/>
                  </a:lnTo>
                  <a:lnTo>
                    <a:pt x="0" y="89814"/>
                  </a:lnTo>
                  <a:lnTo>
                    <a:pt x="179603" y="89814"/>
                  </a:lnTo>
                  <a:lnTo>
                    <a:pt x="179603" y="0"/>
                  </a:lnTo>
                  <a:close/>
                </a:path>
                <a:path w="853440" h="224789">
                  <a:moveTo>
                    <a:pt x="404126" y="134708"/>
                  </a:moveTo>
                  <a:lnTo>
                    <a:pt x="224510" y="134708"/>
                  </a:lnTo>
                  <a:lnTo>
                    <a:pt x="224510" y="224523"/>
                  </a:lnTo>
                  <a:lnTo>
                    <a:pt x="404126" y="224523"/>
                  </a:lnTo>
                  <a:lnTo>
                    <a:pt x="404126" y="134708"/>
                  </a:lnTo>
                  <a:close/>
                </a:path>
                <a:path w="853440" h="224789">
                  <a:moveTo>
                    <a:pt x="404126" y="0"/>
                  </a:moveTo>
                  <a:lnTo>
                    <a:pt x="224510" y="0"/>
                  </a:lnTo>
                  <a:lnTo>
                    <a:pt x="224510" y="89814"/>
                  </a:lnTo>
                  <a:lnTo>
                    <a:pt x="404126" y="89814"/>
                  </a:lnTo>
                  <a:lnTo>
                    <a:pt x="404126" y="0"/>
                  </a:lnTo>
                  <a:close/>
                </a:path>
                <a:path w="853440" h="224789">
                  <a:moveTo>
                    <a:pt x="853160" y="134708"/>
                  </a:moveTo>
                  <a:lnTo>
                    <a:pt x="673544" y="134708"/>
                  </a:lnTo>
                  <a:lnTo>
                    <a:pt x="673544" y="224523"/>
                  </a:lnTo>
                  <a:lnTo>
                    <a:pt x="853160" y="224523"/>
                  </a:lnTo>
                  <a:lnTo>
                    <a:pt x="853160" y="134708"/>
                  </a:lnTo>
                  <a:close/>
                </a:path>
                <a:path w="853440" h="224789">
                  <a:moveTo>
                    <a:pt x="853160" y="0"/>
                  </a:moveTo>
                  <a:lnTo>
                    <a:pt x="673544" y="0"/>
                  </a:lnTo>
                  <a:lnTo>
                    <a:pt x="673544" y="89814"/>
                  </a:lnTo>
                  <a:lnTo>
                    <a:pt x="853160" y="89814"/>
                  </a:lnTo>
                  <a:lnTo>
                    <a:pt x="853160" y="0"/>
                  </a:lnTo>
                  <a:close/>
                </a:path>
              </a:pathLst>
            </a:custGeom>
            <a:solidFill>
              <a:srgbClr val="003873"/>
            </a:solidFill>
          </p:spPr>
          <p:txBody>
            <a:bodyPr wrap="square" lIns="0" tIns="0" rIns="0" bIns="0" rtlCol="0"/>
            <a:lstStyle/>
            <a:p>
              <a:endParaRPr/>
            </a:p>
          </p:txBody>
        </p:sp>
        <p:sp>
          <p:nvSpPr>
            <p:cNvPr id="8" name="object 8"/>
            <p:cNvSpPr/>
            <p:nvPr/>
          </p:nvSpPr>
          <p:spPr>
            <a:xfrm>
              <a:off x="15369619" y="4835419"/>
              <a:ext cx="179614" cy="17961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15430971" y="4329610"/>
              <a:ext cx="696595" cy="1055370"/>
            </a:xfrm>
            <a:custGeom>
              <a:avLst/>
              <a:gdLst/>
              <a:ahLst/>
              <a:cxnLst/>
              <a:rect l="l" t="t" r="r" b="b"/>
              <a:pathLst>
                <a:path w="696594" h="1055370">
                  <a:moveTo>
                    <a:pt x="179616" y="965415"/>
                  </a:moveTo>
                  <a:lnTo>
                    <a:pt x="0" y="965415"/>
                  </a:lnTo>
                  <a:lnTo>
                    <a:pt x="0" y="1055230"/>
                  </a:lnTo>
                  <a:lnTo>
                    <a:pt x="179616" y="1055230"/>
                  </a:lnTo>
                  <a:lnTo>
                    <a:pt x="179616" y="965415"/>
                  </a:lnTo>
                  <a:close/>
                </a:path>
                <a:path w="696594" h="1055370">
                  <a:moveTo>
                    <a:pt x="179616" y="830707"/>
                  </a:moveTo>
                  <a:lnTo>
                    <a:pt x="0" y="830707"/>
                  </a:lnTo>
                  <a:lnTo>
                    <a:pt x="0" y="920521"/>
                  </a:lnTo>
                  <a:lnTo>
                    <a:pt x="179616" y="920521"/>
                  </a:lnTo>
                  <a:lnTo>
                    <a:pt x="179616" y="830707"/>
                  </a:lnTo>
                  <a:close/>
                </a:path>
                <a:path w="696594" h="1055370">
                  <a:moveTo>
                    <a:pt x="695998" y="67348"/>
                  </a:moveTo>
                  <a:lnTo>
                    <a:pt x="690702" y="41160"/>
                  </a:lnTo>
                  <a:lnTo>
                    <a:pt x="676249" y="19748"/>
                  </a:lnTo>
                  <a:lnTo>
                    <a:pt x="654837" y="5295"/>
                  </a:lnTo>
                  <a:lnTo>
                    <a:pt x="628650" y="0"/>
                  </a:lnTo>
                  <a:lnTo>
                    <a:pt x="561289" y="0"/>
                  </a:lnTo>
                  <a:lnTo>
                    <a:pt x="561289" y="965415"/>
                  </a:lnTo>
                  <a:lnTo>
                    <a:pt x="572516" y="965415"/>
                  </a:lnTo>
                  <a:lnTo>
                    <a:pt x="608050" y="969187"/>
                  </a:lnTo>
                  <a:lnTo>
                    <a:pt x="640994" y="979982"/>
                  </a:lnTo>
                  <a:lnTo>
                    <a:pt x="670572" y="997000"/>
                  </a:lnTo>
                  <a:lnTo>
                    <a:pt x="695998" y="1019441"/>
                  </a:lnTo>
                  <a:lnTo>
                    <a:pt x="695998" y="67348"/>
                  </a:lnTo>
                  <a:close/>
                </a:path>
              </a:pathLst>
            </a:custGeom>
            <a:solidFill>
              <a:srgbClr val="003873"/>
            </a:solidFill>
          </p:spPr>
          <p:txBody>
            <a:bodyPr wrap="square" lIns="0" tIns="0" rIns="0" bIns="0" rtlCol="0"/>
            <a:lstStyle/>
            <a:p>
              <a:endParaRPr dirty="0"/>
            </a:p>
          </p:txBody>
        </p:sp>
        <p:sp>
          <p:nvSpPr>
            <p:cNvPr id="10" name="object 10"/>
            <p:cNvSpPr/>
            <p:nvPr/>
          </p:nvSpPr>
          <p:spPr>
            <a:xfrm>
              <a:off x="15167553" y="4723161"/>
              <a:ext cx="89807" cy="89807"/>
            </a:xfrm>
            <a:prstGeom prst="rect">
              <a:avLst/>
            </a:prstGeom>
            <a:blipFill>
              <a:blip r:embed="rId5" cstate="print"/>
              <a:stretch>
                <a:fillRect/>
              </a:stretch>
            </a:blipFill>
          </p:spPr>
          <p:txBody>
            <a:bodyPr wrap="square" lIns="0" tIns="0" rIns="0" bIns="0" rtlCol="0"/>
            <a:lstStyle/>
            <a:p>
              <a:endParaRPr/>
            </a:p>
          </p:txBody>
        </p:sp>
        <p:sp>
          <p:nvSpPr>
            <p:cNvPr id="11" name="object 11"/>
            <p:cNvSpPr/>
            <p:nvPr/>
          </p:nvSpPr>
          <p:spPr>
            <a:xfrm>
              <a:off x="14808315" y="4408842"/>
              <a:ext cx="1257300" cy="1167765"/>
            </a:xfrm>
            <a:custGeom>
              <a:avLst/>
              <a:gdLst/>
              <a:ahLst/>
              <a:cxnLst/>
              <a:rect l="l" t="t" r="r" b="b"/>
              <a:pathLst>
                <a:path w="1257300" h="1167764">
                  <a:moveTo>
                    <a:pt x="1167498" y="1044003"/>
                  </a:moveTo>
                  <a:lnTo>
                    <a:pt x="1164844" y="1030909"/>
                  </a:lnTo>
                  <a:lnTo>
                    <a:pt x="1157617" y="1020203"/>
                  </a:lnTo>
                  <a:lnTo>
                    <a:pt x="1146911" y="1012977"/>
                  </a:lnTo>
                  <a:lnTo>
                    <a:pt x="1133817" y="1010335"/>
                  </a:lnTo>
                  <a:lnTo>
                    <a:pt x="1077683" y="1010335"/>
                  </a:lnTo>
                  <a:lnTo>
                    <a:pt x="1077683" y="696010"/>
                  </a:lnTo>
                  <a:lnTo>
                    <a:pt x="1077683" y="0"/>
                  </a:lnTo>
                  <a:lnTo>
                    <a:pt x="1010335" y="0"/>
                  </a:lnTo>
                  <a:lnTo>
                    <a:pt x="1010335" y="516394"/>
                  </a:lnTo>
                  <a:lnTo>
                    <a:pt x="1010335" y="696010"/>
                  </a:lnTo>
                  <a:lnTo>
                    <a:pt x="1010335" y="1010335"/>
                  </a:lnTo>
                  <a:lnTo>
                    <a:pt x="67360" y="1010335"/>
                  </a:lnTo>
                  <a:lnTo>
                    <a:pt x="67360" y="696010"/>
                  </a:lnTo>
                  <a:lnTo>
                    <a:pt x="1010335" y="696010"/>
                  </a:lnTo>
                  <a:lnTo>
                    <a:pt x="1010335" y="516394"/>
                  </a:lnTo>
                  <a:lnTo>
                    <a:pt x="1003452" y="558927"/>
                  </a:lnTo>
                  <a:lnTo>
                    <a:pt x="984313" y="595896"/>
                  </a:lnTo>
                  <a:lnTo>
                    <a:pt x="955128" y="625081"/>
                  </a:lnTo>
                  <a:lnTo>
                    <a:pt x="918159" y="644220"/>
                  </a:lnTo>
                  <a:lnTo>
                    <a:pt x="875626" y="651103"/>
                  </a:lnTo>
                  <a:lnTo>
                    <a:pt x="651103" y="651103"/>
                  </a:lnTo>
                  <a:lnTo>
                    <a:pt x="603758" y="642505"/>
                  </a:lnTo>
                  <a:lnTo>
                    <a:pt x="563740" y="618832"/>
                  </a:lnTo>
                  <a:lnTo>
                    <a:pt x="534212" y="583222"/>
                  </a:lnTo>
                  <a:lnTo>
                    <a:pt x="518299" y="538848"/>
                  </a:lnTo>
                  <a:lnTo>
                    <a:pt x="67360" y="538848"/>
                  </a:lnTo>
                  <a:lnTo>
                    <a:pt x="67360" y="179616"/>
                  </a:lnTo>
                  <a:lnTo>
                    <a:pt x="134708" y="179616"/>
                  </a:lnTo>
                  <a:lnTo>
                    <a:pt x="134708" y="89801"/>
                  </a:lnTo>
                  <a:lnTo>
                    <a:pt x="785812" y="89801"/>
                  </a:lnTo>
                  <a:lnTo>
                    <a:pt x="785812" y="134708"/>
                  </a:lnTo>
                  <a:lnTo>
                    <a:pt x="179616" y="134708"/>
                  </a:lnTo>
                  <a:lnTo>
                    <a:pt x="179616" y="179616"/>
                  </a:lnTo>
                  <a:lnTo>
                    <a:pt x="606196" y="179616"/>
                  </a:lnTo>
                  <a:lnTo>
                    <a:pt x="606196" y="224523"/>
                  </a:lnTo>
                  <a:lnTo>
                    <a:pt x="493941" y="224523"/>
                  </a:lnTo>
                  <a:lnTo>
                    <a:pt x="493941" y="359232"/>
                  </a:lnTo>
                  <a:lnTo>
                    <a:pt x="486879" y="394157"/>
                  </a:lnTo>
                  <a:lnTo>
                    <a:pt x="467614" y="422706"/>
                  </a:lnTo>
                  <a:lnTo>
                    <a:pt x="439064" y="441972"/>
                  </a:lnTo>
                  <a:lnTo>
                    <a:pt x="404139" y="449033"/>
                  </a:lnTo>
                  <a:lnTo>
                    <a:pt x="369214" y="441972"/>
                  </a:lnTo>
                  <a:lnTo>
                    <a:pt x="340664" y="422706"/>
                  </a:lnTo>
                  <a:lnTo>
                    <a:pt x="321398" y="394157"/>
                  </a:lnTo>
                  <a:lnTo>
                    <a:pt x="318871" y="381685"/>
                  </a:lnTo>
                  <a:lnTo>
                    <a:pt x="314325" y="359232"/>
                  </a:lnTo>
                  <a:lnTo>
                    <a:pt x="318871" y="336778"/>
                  </a:lnTo>
                  <a:lnTo>
                    <a:pt x="321398" y="324307"/>
                  </a:lnTo>
                  <a:lnTo>
                    <a:pt x="340664" y="295757"/>
                  </a:lnTo>
                  <a:lnTo>
                    <a:pt x="369214" y="276491"/>
                  </a:lnTo>
                  <a:lnTo>
                    <a:pt x="404139" y="269417"/>
                  </a:lnTo>
                  <a:lnTo>
                    <a:pt x="439064" y="276491"/>
                  </a:lnTo>
                  <a:lnTo>
                    <a:pt x="467614" y="295757"/>
                  </a:lnTo>
                  <a:lnTo>
                    <a:pt x="486879" y="324307"/>
                  </a:lnTo>
                  <a:lnTo>
                    <a:pt x="493941" y="359232"/>
                  </a:lnTo>
                  <a:lnTo>
                    <a:pt x="493941" y="224523"/>
                  </a:lnTo>
                  <a:lnTo>
                    <a:pt x="269430" y="224523"/>
                  </a:lnTo>
                  <a:lnTo>
                    <a:pt x="269430" y="336778"/>
                  </a:lnTo>
                  <a:lnTo>
                    <a:pt x="269430" y="381685"/>
                  </a:lnTo>
                  <a:lnTo>
                    <a:pt x="157162" y="381685"/>
                  </a:lnTo>
                  <a:lnTo>
                    <a:pt x="157162" y="336778"/>
                  </a:lnTo>
                  <a:lnTo>
                    <a:pt x="269430" y="336778"/>
                  </a:lnTo>
                  <a:lnTo>
                    <a:pt x="269430" y="224523"/>
                  </a:lnTo>
                  <a:lnTo>
                    <a:pt x="112268" y="224523"/>
                  </a:lnTo>
                  <a:lnTo>
                    <a:pt x="112268" y="493941"/>
                  </a:lnTo>
                  <a:lnTo>
                    <a:pt x="518299" y="493941"/>
                  </a:lnTo>
                  <a:lnTo>
                    <a:pt x="534212" y="449554"/>
                  </a:lnTo>
                  <a:lnTo>
                    <a:pt x="534631" y="449033"/>
                  </a:lnTo>
                  <a:lnTo>
                    <a:pt x="563740" y="413943"/>
                  </a:lnTo>
                  <a:lnTo>
                    <a:pt x="603758" y="390271"/>
                  </a:lnTo>
                  <a:lnTo>
                    <a:pt x="651103" y="381685"/>
                  </a:lnTo>
                  <a:lnTo>
                    <a:pt x="696010" y="381685"/>
                  </a:lnTo>
                  <a:lnTo>
                    <a:pt x="696010" y="352653"/>
                  </a:lnTo>
                  <a:lnTo>
                    <a:pt x="696010" y="314325"/>
                  </a:lnTo>
                  <a:lnTo>
                    <a:pt x="740918" y="314325"/>
                  </a:lnTo>
                  <a:lnTo>
                    <a:pt x="740918" y="381685"/>
                  </a:lnTo>
                  <a:lnTo>
                    <a:pt x="875626" y="381685"/>
                  </a:lnTo>
                  <a:lnTo>
                    <a:pt x="918159" y="388556"/>
                  </a:lnTo>
                  <a:lnTo>
                    <a:pt x="955128" y="407708"/>
                  </a:lnTo>
                  <a:lnTo>
                    <a:pt x="984313" y="436880"/>
                  </a:lnTo>
                  <a:lnTo>
                    <a:pt x="1003452" y="473849"/>
                  </a:lnTo>
                  <a:lnTo>
                    <a:pt x="1010335" y="516394"/>
                  </a:lnTo>
                  <a:lnTo>
                    <a:pt x="1010335" y="0"/>
                  </a:lnTo>
                  <a:lnTo>
                    <a:pt x="965428" y="0"/>
                  </a:lnTo>
                  <a:lnTo>
                    <a:pt x="965428" y="89801"/>
                  </a:lnTo>
                  <a:lnTo>
                    <a:pt x="965428" y="224523"/>
                  </a:lnTo>
                  <a:lnTo>
                    <a:pt x="920521" y="224523"/>
                  </a:lnTo>
                  <a:lnTo>
                    <a:pt x="920521" y="166458"/>
                  </a:lnTo>
                  <a:lnTo>
                    <a:pt x="785812" y="301167"/>
                  </a:lnTo>
                  <a:lnTo>
                    <a:pt x="718464" y="233819"/>
                  </a:lnTo>
                  <a:lnTo>
                    <a:pt x="599617" y="352653"/>
                  </a:lnTo>
                  <a:lnTo>
                    <a:pt x="567880" y="320903"/>
                  </a:lnTo>
                  <a:lnTo>
                    <a:pt x="619353" y="269417"/>
                  </a:lnTo>
                  <a:lnTo>
                    <a:pt x="718464" y="170319"/>
                  </a:lnTo>
                  <a:lnTo>
                    <a:pt x="785812" y="237667"/>
                  </a:lnTo>
                  <a:lnTo>
                    <a:pt x="853173" y="170319"/>
                  </a:lnTo>
                  <a:lnTo>
                    <a:pt x="888784" y="134708"/>
                  </a:lnTo>
                  <a:lnTo>
                    <a:pt x="830719" y="134708"/>
                  </a:lnTo>
                  <a:lnTo>
                    <a:pt x="830719" y="89801"/>
                  </a:lnTo>
                  <a:lnTo>
                    <a:pt x="965428" y="89801"/>
                  </a:lnTo>
                  <a:lnTo>
                    <a:pt x="965428" y="0"/>
                  </a:lnTo>
                  <a:lnTo>
                    <a:pt x="0" y="0"/>
                  </a:lnTo>
                  <a:lnTo>
                    <a:pt x="0" y="1077683"/>
                  </a:lnTo>
                  <a:lnTo>
                    <a:pt x="1133817" y="1077683"/>
                  </a:lnTo>
                  <a:lnTo>
                    <a:pt x="1146911" y="1075029"/>
                  </a:lnTo>
                  <a:lnTo>
                    <a:pt x="1157617" y="1067816"/>
                  </a:lnTo>
                  <a:lnTo>
                    <a:pt x="1164844" y="1057109"/>
                  </a:lnTo>
                  <a:lnTo>
                    <a:pt x="1167498" y="1044003"/>
                  </a:lnTo>
                  <a:close/>
                </a:path>
                <a:path w="1257300" h="1167764">
                  <a:moveTo>
                    <a:pt x="1257300" y="1044003"/>
                  </a:moveTo>
                  <a:lnTo>
                    <a:pt x="1247584" y="995984"/>
                  </a:lnTo>
                  <a:lnTo>
                    <a:pt x="1221092" y="956729"/>
                  </a:lnTo>
                  <a:lnTo>
                    <a:pt x="1181836" y="930236"/>
                  </a:lnTo>
                  <a:lnTo>
                    <a:pt x="1133817" y="920521"/>
                  </a:lnTo>
                  <a:lnTo>
                    <a:pt x="1122591" y="920521"/>
                  </a:lnTo>
                  <a:lnTo>
                    <a:pt x="1122591" y="965428"/>
                  </a:lnTo>
                  <a:lnTo>
                    <a:pt x="1133817" y="965428"/>
                  </a:lnTo>
                  <a:lnTo>
                    <a:pt x="1164374" y="971613"/>
                  </a:lnTo>
                  <a:lnTo>
                    <a:pt x="1189355" y="988466"/>
                  </a:lnTo>
                  <a:lnTo>
                    <a:pt x="1206220" y="1013447"/>
                  </a:lnTo>
                  <a:lnTo>
                    <a:pt x="1212405" y="1044003"/>
                  </a:lnTo>
                  <a:lnTo>
                    <a:pt x="1206220" y="1074559"/>
                  </a:lnTo>
                  <a:lnTo>
                    <a:pt x="1189355" y="1099540"/>
                  </a:lnTo>
                  <a:lnTo>
                    <a:pt x="1164374" y="1116406"/>
                  </a:lnTo>
                  <a:lnTo>
                    <a:pt x="1133817" y="1122591"/>
                  </a:lnTo>
                  <a:lnTo>
                    <a:pt x="89814" y="1122591"/>
                  </a:lnTo>
                  <a:lnTo>
                    <a:pt x="89814" y="1167498"/>
                  </a:lnTo>
                  <a:lnTo>
                    <a:pt x="1133817" y="1167498"/>
                  </a:lnTo>
                  <a:lnTo>
                    <a:pt x="1181836" y="1157770"/>
                  </a:lnTo>
                  <a:lnTo>
                    <a:pt x="1221092" y="1131277"/>
                  </a:lnTo>
                  <a:lnTo>
                    <a:pt x="1247584" y="1092022"/>
                  </a:lnTo>
                  <a:lnTo>
                    <a:pt x="1257300" y="1044003"/>
                  </a:lnTo>
                  <a:close/>
                </a:path>
              </a:pathLst>
            </a:custGeom>
            <a:solidFill>
              <a:srgbClr val="003873"/>
            </a:solidFill>
          </p:spPr>
          <p:txBody>
            <a:bodyPr wrap="square" lIns="0" tIns="0" rIns="0" bIns="0" rtlCol="0"/>
            <a:lstStyle/>
            <a:p>
              <a:endParaRPr/>
            </a:p>
          </p:txBody>
        </p:sp>
        <p:sp>
          <p:nvSpPr>
            <p:cNvPr id="12" name="object 12"/>
            <p:cNvSpPr/>
            <p:nvPr/>
          </p:nvSpPr>
          <p:spPr>
            <a:xfrm>
              <a:off x="15559724" y="4835419"/>
              <a:ext cx="214027" cy="179614"/>
            </a:xfrm>
            <a:prstGeom prst="rect">
              <a:avLst/>
            </a:prstGeom>
            <a:blipFill>
              <a:blip r:embed="rId6" cstate="print"/>
              <a:stretch>
                <a:fillRect/>
              </a:stretch>
            </a:blipFill>
          </p:spPr>
          <p:txBody>
            <a:bodyPr wrap="square" lIns="0" tIns="0" rIns="0" bIns="0" rtlCol="0"/>
            <a:lstStyle/>
            <a:p>
              <a:endParaRPr/>
            </a:p>
          </p:txBody>
        </p:sp>
      </p:grpSp>
      <p:sp>
        <p:nvSpPr>
          <p:cNvPr id="15" name="object 4">
            <a:extLst>
              <a:ext uri="{FF2B5EF4-FFF2-40B4-BE49-F238E27FC236}">
                <a16:creationId xmlns:a16="http://schemas.microsoft.com/office/drawing/2014/main" id="{FFC74066-CF6A-7AFC-30D1-E255283DD209}"/>
              </a:ext>
            </a:extLst>
          </p:cNvPr>
          <p:cNvSpPr/>
          <p:nvPr/>
        </p:nvSpPr>
        <p:spPr>
          <a:xfrm>
            <a:off x="304800" y="0"/>
            <a:ext cx="9563100" cy="1836174"/>
          </a:xfrm>
          <a:prstGeom prst="rect">
            <a:avLst/>
          </a:prstGeom>
          <a:blipFill>
            <a:blip r:embed="rId7" cstate="print"/>
            <a:stretch>
              <a:fillRect/>
            </a:stretch>
          </a:blipFill>
        </p:spPr>
        <p:txBody>
          <a:bodyPr wrap="square" lIns="0" tIns="0" rIns="0" bIns="0" rtlCol="0"/>
          <a:lstStyle/>
          <a:p>
            <a:endParaRPr dirty="0"/>
          </a:p>
        </p:txBody>
      </p:sp>
      <p:sp>
        <p:nvSpPr>
          <p:cNvPr id="16" name="TextBox 15">
            <a:extLst>
              <a:ext uri="{FF2B5EF4-FFF2-40B4-BE49-F238E27FC236}">
                <a16:creationId xmlns:a16="http://schemas.microsoft.com/office/drawing/2014/main" id="{633FFCA6-B5D5-406B-87D7-224E85B5A961}"/>
              </a:ext>
            </a:extLst>
          </p:cNvPr>
          <p:cNvSpPr txBox="1"/>
          <p:nvPr/>
        </p:nvSpPr>
        <p:spPr>
          <a:xfrm>
            <a:off x="3995470" y="320489"/>
            <a:ext cx="6477000" cy="1015663"/>
          </a:xfrm>
          <a:prstGeom prst="rect">
            <a:avLst/>
          </a:prstGeom>
          <a:noFill/>
        </p:spPr>
        <p:txBody>
          <a:bodyPr wrap="square" rtlCol="0">
            <a:spAutoFit/>
          </a:bodyPr>
          <a:lstStyle/>
          <a:p>
            <a:r>
              <a:rPr lang="en-IN" sz="6000" b="1" u="sng" dirty="0">
                <a:solidFill>
                  <a:schemeClr val="bg1"/>
                </a:solidFill>
                <a:latin typeface="Arial" panose="020B0604020202020204" pitchFamily="34" charset="0"/>
                <a:cs typeface="Arial" panose="020B0604020202020204" pitchFamily="34" charset="0"/>
              </a:rPr>
              <a:t>Findings </a:t>
            </a:r>
          </a:p>
        </p:txBody>
      </p:sp>
      <p:sp>
        <p:nvSpPr>
          <p:cNvPr id="17" name="TextBox 16">
            <a:extLst>
              <a:ext uri="{FF2B5EF4-FFF2-40B4-BE49-F238E27FC236}">
                <a16:creationId xmlns:a16="http://schemas.microsoft.com/office/drawing/2014/main" id="{0EFCA1B4-60F7-AF8B-9A7F-B3B58920904B}"/>
              </a:ext>
            </a:extLst>
          </p:cNvPr>
          <p:cNvSpPr txBox="1"/>
          <p:nvPr/>
        </p:nvSpPr>
        <p:spPr>
          <a:xfrm>
            <a:off x="1295400" y="2368492"/>
            <a:ext cx="8480291" cy="7571303"/>
          </a:xfrm>
          <a:prstGeom prst="rect">
            <a:avLst/>
          </a:prstGeom>
          <a:noFill/>
        </p:spPr>
        <p:txBody>
          <a:bodyPr wrap="square" rtlCol="0">
            <a:spAutoFit/>
          </a:bodyPr>
          <a:lstStyle/>
          <a:p>
            <a:pPr algn="just"/>
            <a:r>
              <a:rPr lang="en-IN" sz="3600" b="1" u="sng"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Objectives :</a:t>
            </a:r>
            <a:r>
              <a:rPr lang="en-IN" sz="3600" dirty="0">
                <a:effectLst/>
                <a:latin typeface="Times New Roman" panose="02020603050405020304" pitchFamily="18" charset="0"/>
                <a:ea typeface="Calibri" panose="020F0502020204030204" pitchFamily="34" charset="0"/>
                <a:cs typeface="Times New Roman" panose="02020603050405020304" pitchFamily="18" charset="0"/>
              </a:rPr>
              <a:t> To study how to minimize cost of production and deceases the several expenses of business with the help of technology </a:t>
            </a:r>
          </a:p>
          <a:p>
            <a:pPr algn="just"/>
            <a:r>
              <a:rPr lang="en-IN" sz="3600" b="1" u="sng" dirty="0">
                <a:solidFill>
                  <a:srgbClr val="00B050"/>
                </a:solidFill>
                <a:latin typeface="Times New Roman" panose="02020603050405020304" pitchFamily="18" charset="0"/>
                <a:cs typeface="Times New Roman" panose="02020603050405020304" pitchFamily="18" charset="0"/>
              </a:rPr>
              <a:t>Findings :</a:t>
            </a:r>
            <a:r>
              <a:rPr lang="en-IN" sz="3600" dirty="0">
                <a:effectLst/>
                <a:latin typeface="Times New Roman" panose="02020603050405020304" pitchFamily="18" charset="0"/>
                <a:ea typeface="Calibri" panose="020F0502020204030204" pitchFamily="34" charset="0"/>
                <a:cs typeface="Times New Roman" panose="02020603050405020304" pitchFamily="18" charset="0"/>
              </a:rPr>
              <a:t>In businesses the main thing to grow business is how to minimize cost if once’s cost is minimized then business also grow. We can minimize the cost by adopting technology When the question asked to the businessmen that in which do you use technology most then out of 100% ,63% businessmen use technology in business and 18.5% are use in banking as well as study </a:t>
            </a:r>
          </a:p>
          <a:p>
            <a:endParaRPr lang="en-IN" dirty="0"/>
          </a:p>
        </p:txBody>
      </p:sp>
    </p:spTree>
    <p:extLst>
      <p:ext uri="{BB962C8B-B14F-4D97-AF65-F5344CB8AC3E}">
        <p14:creationId xmlns:p14="http://schemas.microsoft.com/office/powerpoint/2010/main" val="1937649213"/>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918607" y="0"/>
            <a:ext cx="7369393" cy="10286999"/>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22956215" y="-3629088"/>
            <a:ext cx="5362559" cy="3076559"/>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26379479" y="3825042"/>
            <a:ext cx="4391040" cy="3076529"/>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23441975" y="8420100"/>
            <a:ext cx="4391040" cy="3076559"/>
          </a:xfrm>
          <a:prstGeom prst="rect">
            <a:avLst/>
          </a:prstGeom>
          <a:blipFill>
            <a:blip r:embed="rId5" cstate="print"/>
            <a:stretch>
              <a:fillRect/>
            </a:stretch>
          </a:blipFill>
        </p:spPr>
        <p:txBody>
          <a:bodyPr wrap="square" lIns="0" tIns="0" rIns="0" bIns="0" rtlCol="0"/>
          <a:lstStyle/>
          <a:p>
            <a:endParaRPr dirty="0"/>
          </a:p>
        </p:txBody>
      </p:sp>
      <p:sp>
        <p:nvSpPr>
          <p:cNvPr id="6" name="object 6"/>
          <p:cNvSpPr/>
          <p:nvPr/>
        </p:nvSpPr>
        <p:spPr>
          <a:xfrm>
            <a:off x="14846849" y="-4290694"/>
            <a:ext cx="4748702" cy="2992398"/>
          </a:xfrm>
          <a:prstGeom prst="rect">
            <a:avLst/>
          </a:prstGeom>
          <a:blipFill>
            <a:blip r:embed="rId6" cstate="print"/>
            <a:stretch>
              <a:fillRect/>
            </a:stretch>
          </a:blipFill>
        </p:spPr>
        <p:txBody>
          <a:bodyPr wrap="square" lIns="0" tIns="0" rIns="0" bIns="0" rtlCol="0"/>
          <a:lstStyle/>
          <a:p>
            <a:endParaRPr/>
          </a:p>
        </p:txBody>
      </p:sp>
      <p:sp>
        <p:nvSpPr>
          <p:cNvPr id="8" name="object 8"/>
          <p:cNvSpPr txBox="1">
            <a:spLocks noGrp="1"/>
          </p:cNvSpPr>
          <p:nvPr>
            <p:ph type="title"/>
          </p:nvPr>
        </p:nvSpPr>
        <p:spPr>
          <a:xfrm>
            <a:off x="1066800" y="-3259756"/>
            <a:ext cx="1524000" cy="1961460"/>
          </a:xfrm>
          <a:prstGeom prst="rect">
            <a:avLst/>
          </a:prstGeom>
        </p:spPr>
        <p:txBody>
          <a:bodyPr vert="horz" wrap="square" lIns="0" tIns="12700" rIns="0" bIns="0" rtlCol="0">
            <a:spAutoFit/>
          </a:bodyPr>
          <a:lstStyle/>
          <a:p>
            <a:pPr marL="12700">
              <a:lnSpc>
                <a:spcPct val="100000"/>
              </a:lnSpc>
              <a:spcBef>
                <a:spcPts val="100"/>
              </a:spcBef>
            </a:pPr>
            <a:endParaRPr sz="4500" dirty="0"/>
          </a:p>
        </p:txBody>
      </p:sp>
      <p:sp>
        <p:nvSpPr>
          <p:cNvPr id="9" name="object 9"/>
          <p:cNvSpPr txBox="1"/>
          <p:nvPr/>
        </p:nvSpPr>
        <p:spPr>
          <a:xfrm>
            <a:off x="4572000" y="-4302688"/>
            <a:ext cx="4001135" cy="713740"/>
          </a:xfrm>
          <a:prstGeom prst="rect">
            <a:avLst/>
          </a:prstGeom>
        </p:spPr>
        <p:txBody>
          <a:bodyPr vert="horz" wrap="square" lIns="0" tIns="4445" rIns="0" bIns="0" rtlCol="0">
            <a:spAutoFit/>
          </a:bodyPr>
          <a:lstStyle/>
          <a:p>
            <a:pPr marR="5080">
              <a:lnSpc>
                <a:spcPct val="103699"/>
              </a:lnSpc>
              <a:spcBef>
                <a:spcPts val="35"/>
              </a:spcBef>
              <a:tabLst>
                <a:tab pos="1866264" algn="l"/>
                <a:tab pos="3509010" algn="l"/>
              </a:tabLst>
            </a:pPr>
            <a:r>
              <a:rPr sz="2200" spc="-135" dirty="0">
                <a:solidFill>
                  <a:srgbClr val="FFFFFF"/>
                </a:solidFill>
                <a:latin typeface="Arial Black"/>
                <a:cs typeface="Arial Black"/>
              </a:rPr>
              <a:t>Lorem </a:t>
            </a:r>
            <a:r>
              <a:rPr sz="2200" spc="-55" dirty="0">
                <a:solidFill>
                  <a:srgbClr val="FFFFFF"/>
                </a:solidFill>
                <a:latin typeface="Arial Black"/>
                <a:cs typeface="Arial Black"/>
              </a:rPr>
              <a:t>ipsum </a:t>
            </a:r>
            <a:r>
              <a:rPr sz="2200" spc="-75" dirty="0">
                <a:solidFill>
                  <a:srgbClr val="FFFFFF"/>
                </a:solidFill>
                <a:latin typeface="Arial Black"/>
                <a:cs typeface="Arial Black"/>
              </a:rPr>
              <a:t>dolor </a:t>
            </a:r>
            <a:r>
              <a:rPr sz="2200" spc="-175" dirty="0">
                <a:solidFill>
                  <a:srgbClr val="FFFFFF"/>
                </a:solidFill>
                <a:latin typeface="Arial Black"/>
                <a:cs typeface="Arial Black"/>
              </a:rPr>
              <a:t>sit </a:t>
            </a:r>
            <a:r>
              <a:rPr sz="2200" spc="-80" dirty="0">
                <a:solidFill>
                  <a:srgbClr val="FFFFFF"/>
                </a:solidFill>
                <a:latin typeface="Arial Black"/>
                <a:cs typeface="Arial Black"/>
              </a:rPr>
              <a:t>amet,  </a:t>
            </a:r>
            <a:r>
              <a:rPr sz="2200" spc="-114" dirty="0">
                <a:solidFill>
                  <a:srgbClr val="FFFFFF"/>
                </a:solidFill>
                <a:latin typeface="Arial Black"/>
                <a:cs typeface="Arial Black"/>
              </a:rPr>
              <a:t>c</a:t>
            </a:r>
            <a:r>
              <a:rPr sz="2200" spc="-40" dirty="0">
                <a:solidFill>
                  <a:srgbClr val="FFFFFF"/>
                </a:solidFill>
                <a:latin typeface="Arial Black"/>
                <a:cs typeface="Arial Black"/>
              </a:rPr>
              <a:t>on</a:t>
            </a:r>
            <a:r>
              <a:rPr sz="2200" spc="-180" dirty="0">
                <a:solidFill>
                  <a:srgbClr val="FFFFFF"/>
                </a:solidFill>
                <a:latin typeface="Arial Black"/>
                <a:cs typeface="Arial Black"/>
              </a:rPr>
              <a:t>s</a:t>
            </a:r>
            <a:r>
              <a:rPr sz="2200" spc="-85" dirty="0">
                <a:solidFill>
                  <a:srgbClr val="FFFFFF"/>
                </a:solidFill>
                <a:latin typeface="Arial Black"/>
                <a:cs typeface="Arial Black"/>
              </a:rPr>
              <a:t>e</a:t>
            </a:r>
            <a:r>
              <a:rPr sz="2200" spc="-114" dirty="0">
                <a:solidFill>
                  <a:srgbClr val="FFFFFF"/>
                </a:solidFill>
                <a:latin typeface="Arial Black"/>
                <a:cs typeface="Arial Black"/>
              </a:rPr>
              <a:t>c</a:t>
            </a:r>
            <a:r>
              <a:rPr sz="2200" spc="-165" dirty="0">
                <a:solidFill>
                  <a:srgbClr val="FFFFFF"/>
                </a:solidFill>
                <a:latin typeface="Arial Black"/>
                <a:cs typeface="Arial Black"/>
              </a:rPr>
              <a:t>t</a:t>
            </a:r>
            <a:r>
              <a:rPr sz="2200" spc="-85" dirty="0">
                <a:solidFill>
                  <a:srgbClr val="FFFFFF"/>
                </a:solidFill>
                <a:latin typeface="Arial Black"/>
                <a:cs typeface="Arial Black"/>
              </a:rPr>
              <a:t>e</a:t>
            </a:r>
            <a:r>
              <a:rPr sz="2200" spc="-165" dirty="0">
                <a:solidFill>
                  <a:srgbClr val="FFFFFF"/>
                </a:solidFill>
                <a:latin typeface="Arial Black"/>
                <a:cs typeface="Arial Black"/>
              </a:rPr>
              <a:t>t</a:t>
            </a:r>
            <a:r>
              <a:rPr sz="2200" spc="-40" dirty="0">
                <a:solidFill>
                  <a:srgbClr val="FFFFFF"/>
                </a:solidFill>
                <a:latin typeface="Arial Black"/>
                <a:cs typeface="Arial Black"/>
              </a:rPr>
              <a:t>u</a:t>
            </a:r>
            <a:r>
              <a:rPr sz="2200" spc="-145" dirty="0">
                <a:solidFill>
                  <a:srgbClr val="FFFFFF"/>
                </a:solidFill>
                <a:latin typeface="Arial Black"/>
                <a:cs typeface="Arial Black"/>
              </a:rPr>
              <a:t>r</a:t>
            </a:r>
            <a:r>
              <a:rPr sz="2200" dirty="0">
                <a:solidFill>
                  <a:srgbClr val="FFFFFF"/>
                </a:solidFill>
                <a:latin typeface="Arial Black"/>
                <a:cs typeface="Arial Black"/>
              </a:rPr>
              <a:t>	</a:t>
            </a:r>
            <a:r>
              <a:rPr sz="2200" spc="40" dirty="0">
                <a:solidFill>
                  <a:srgbClr val="FFFFFF"/>
                </a:solidFill>
                <a:latin typeface="Arial Black"/>
                <a:cs typeface="Arial Black"/>
              </a:rPr>
              <a:t>ad</a:t>
            </a:r>
            <a:r>
              <a:rPr sz="2200" spc="-185" dirty="0">
                <a:solidFill>
                  <a:srgbClr val="FFFFFF"/>
                </a:solidFill>
                <a:latin typeface="Arial Black"/>
                <a:cs typeface="Arial Black"/>
              </a:rPr>
              <a:t>i</a:t>
            </a:r>
            <a:r>
              <a:rPr sz="2200" spc="40" dirty="0">
                <a:solidFill>
                  <a:srgbClr val="FFFFFF"/>
                </a:solidFill>
                <a:latin typeface="Arial Black"/>
                <a:cs typeface="Arial Black"/>
              </a:rPr>
              <a:t>p</a:t>
            </a:r>
            <a:r>
              <a:rPr sz="2200" spc="-185" dirty="0">
                <a:solidFill>
                  <a:srgbClr val="FFFFFF"/>
                </a:solidFill>
                <a:latin typeface="Arial Black"/>
                <a:cs typeface="Arial Black"/>
              </a:rPr>
              <a:t>i</a:t>
            </a:r>
            <a:r>
              <a:rPr sz="2200" spc="-180" dirty="0">
                <a:solidFill>
                  <a:srgbClr val="FFFFFF"/>
                </a:solidFill>
                <a:latin typeface="Arial Black"/>
                <a:cs typeface="Arial Black"/>
              </a:rPr>
              <a:t>s</a:t>
            </a:r>
            <a:r>
              <a:rPr sz="2200" spc="-150" dirty="0">
                <a:solidFill>
                  <a:srgbClr val="FFFFFF"/>
                </a:solidFill>
                <a:latin typeface="Arial Black"/>
                <a:cs typeface="Arial Black"/>
              </a:rPr>
              <a:t>ci</a:t>
            </a:r>
            <a:r>
              <a:rPr sz="2200" spc="-40" dirty="0">
                <a:solidFill>
                  <a:srgbClr val="FFFFFF"/>
                </a:solidFill>
                <a:latin typeface="Arial Black"/>
                <a:cs typeface="Arial Black"/>
              </a:rPr>
              <a:t>n</a:t>
            </a:r>
            <a:r>
              <a:rPr sz="2200" spc="40" dirty="0">
                <a:solidFill>
                  <a:srgbClr val="FFFFFF"/>
                </a:solidFill>
                <a:latin typeface="Arial Black"/>
                <a:cs typeface="Arial Black"/>
              </a:rPr>
              <a:t>g</a:t>
            </a:r>
            <a:r>
              <a:rPr sz="2200" dirty="0">
                <a:solidFill>
                  <a:srgbClr val="FFFFFF"/>
                </a:solidFill>
                <a:latin typeface="Arial Black"/>
                <a:cs typeface="Arial Black"/>
              </a:rPr>
              <a:t>	</a:t>
            </a:r>
            <a:r>
              <a:rPr sz="2200" spc="-85" dirty="0">
                <a:solidFill>
                  <a:srgbClr val="FFFFFF"/>
                </a:solidFill>
                <a:latin typeface="Arial Black"/>
                <a:cs typeface="Arial Black"/>
              </a:rPr>
              <a:t>e</a:t>
            </a:r>
            <a:r>
              <a:rPr sz="2200" spc="-185" dirty="0">
                <a:solidFill>
                  <a:srgbClr val="FFFFFF"/>
                </a:solidFill>
                <a:latin typeface="Arial Black"/>
                <a:cs typeface="Arial Black"/>
              </a:rPr>
              <a:t>li</a:t>
            </a:r>
            <a:r>
              <a:rPr sz="2200" spc="-165" dirty="0">
                <a:solidFill>
                  <a:srgbClr val="FFFFFF"/>
                </a:solidFill>
                <a:latin typeface="Arial Black"/>
                <a:cs typeface="Arial Black"/>
              </a:rPr>
              <a:t>t</a:t>
            </a:r>
            <a:r>
              <a:rPr sz="2200" spc="-265" dirty="0">
                <a:solidFill>
                  <a:srgbClr val="FFFFFF"/>
                </a:solidFill>
                <a:latin typeface="Arial Black"/>
                <a:cs typeface="Arial Black"/>
              </a:rPr>
              <a:t>.</a:t>
            </a:r>
            <a:endParaRPr sz="2200" dirty="0">
              <a:latin typeface="Arial Black"/>
              <a:cs typeface="Arial Black"/>
            </a:endParaRPr>
          </a:p>
        </p:txBody>
      </p:sp>
      <p:sp>
        <p:nvSpPr>
          <p:cNvPr id="10" name="object 10"/>
          <p:cNvSpPr txBox="1"/>
          <p:nvPr/>
        </p:nvSpPr>
        <p:spPr>
          <a:xfrm>
            <a:off x="4572000" y="-3607401"/>
            <a:ext cx="833755" cy="366395"/>
          </a:xfrm>
          <a:prstGeom prst="rect">
            <a:avLst/>
          </a:prstGeom>
        </p:spPr>
        <p:txBody>
          <a:bodyPr vert="horz" wrap="square" lIns="0" tIns="17145" rIns="0" bIns="0" rtlCol="0">
            <a:spAutoFit/>
          </a:bodyPr>
          <a:lstStyle/>
          <a:p>
            <a:pPr>
              <a:lnSpc>
                <a:spcPct val="100000"/>
              </a:lnSpc>
              <a:spcBef>
                <a:spcPts val="135"/>
              </a:spcBef>
            </a:pPr>
            <a:r>
              <a:rPr sz="2200" spc="-345" dirty="0">
                <a:solidFill>
                  <a:srgbClr val="FFFFFF"/>
                </a:solidFill>
                <a:latin typeface="Arial Black"/>
                <a:cs typeface="Arial Black"/>
              </a:rPr>
              <a:t>F</a:t>
            </a:r>
            <a:r>
              <a:rPr sz="2200" spc="-40" dirty="0">
                <a:solidFill>
                  <a:srgbClr val="FFFFFF"/>
                </a:solidFill>
                <a:latin typeface="Arial Black"/>
                <a:cs typeface="Arial Black"/>
              </a:rPr>
              <a:t>u</a:t>
            </a:r>
            <a:r>
              <a:rPr sz="2200" spc="-180" dirty="0">
                <a:solidFill>
                  <a:srgbClr val="FFFFFF"/>
                </a:solidFill>
                <a:latin typeface="Arial Black"/>
                <a:cs typeface="Arial Black"/>
              </a:rPr>
              <a:t>s</a:t>
            </a:r>
            <a:r>
              <a:rPr sz="2200" spc="-114" dirty="0">
                <a:solidFill>
                  <a:srgbClr val="FFFFFF"/>
                </a:solidFill>
                <a:latin typeface="Arial Black"/>
                <a:cs typeface="Arial Black"/>
              </a:rPr>
              <a:t>c</a:t>
            </a:r>
            <a:r>
              <a:rPr sz="2200" spc="-85" dirty="0">
                <a:solidFill>
                  <a:srgbClr val="FFFFFF"/>
                </a:solidFill>
                <a:latin typeface="Arial Black"/>
                <a:cs typeface="Arial Black"/>
              </a:rPr>
              <a:t>e</a:t>
            </a:r>
            <a:endParaRPr sz="2200">
              <a:latin typeface="Arial Black"/>
              <a:cs typeface="Arial Black"/>
            </a:endParaRPr>
          </a:p>
        </p:txBody>
      </p:sp>
      <p:sp>
        <p:nvSpPr>
          <p:cNvPr id="11" name="object 11"/>
          <p:cNvSpPr txBox="1"/>
          <p:nvPr/>
        </p:nvSpPr>
        <p:spPr>
          <a:xfrm>
            <a:off x="4572000" y="-3259757"/>
            <a:ext cx="4003040" cy="366395"/>
          </a:xfrm>
          <a:prstGeom prst="rect">
            <a:avLst/>
          </a:prstGeom>
        </p:spPr>
        <p:txBody>
          <a:bodyPr vert="horz" wrap="square" lIns="0" tIns="17145" rIns="0" bIns="0" rtlCol="0">
            <a:spAutoFit/>
          </a:bodyPr>
          <a:lstStyle/>
          <a:p>
            <a:pPr>
              <a:lnSpc>
                <a:spcPct val="100000"/>
              </a:lnSpc>
              <a:spcBef>
                <a:spcPts val="135"/>
              </a:spcBef>
              <a:tabLst>
                <a:tab pos="2451735" algn="l"/>
                <a:tab pos="3681729" algn="l"/>
              </a:tabLst>
            </a:pPr>
            <a:r>
              <a:rPr sz="2200" spc="-295" dirty="0">
                <a:solidFill>
                  <a:srgbClr val="FFFFFF"/>
                </a:solidFill>
                <a:latin typeface="Arial Black"/>
                <a:cs typeface="Arial Black"/>
              </a:rPr>
              <a:t>,</a:t>
            </a:r>
            <a:endParaRPr sz="2200" dirty="0">
              <a:latin typeface="Arial Black"/>
              <a:cs typeface="Arial Black"/>
            </a:endParaRPr>
          </a:p>
        </p:txBody>
      </p:sp>
      <p:sp>
        <p:nvSpPr>
          <p:cNvPr id="14" name="TextBox 13">
            <a:extLst>
              <a:ext uri="{FF2B5EF4-FFF2-40B4-BE49-F238E27FC236}">
                <a16:creationId xmlns:a16="http://schemas.microsoft.com/office/drawing/2014/main" id="{63C1E44C-B5A1-7441-3742-679D0EB15383}"/>
              </a:ext>
            </a:extLst>
          </p:cNvPr>
          <p:cNvSpPr txBox="1"/>
          <p:nvPr/>
        </p:nvSpPr>
        <p:spPr>
          <a:xfrm>
            <a:off x="8080055" y="-3445891"/>
            <a:ext cx="15392400" cy="369332"/>
          </a:xfrm>
          <a:prstGeom prst="rect">
            <a:avLst/>
          </a:prstGeom>
          <a:noFill/>
        </p:spPr>
        <p:txBody>
          <a:bodyPr wrap="square">
            <a:spAutoFit/>
          </a:bodyPr>
          <a:lstStyle/>
          <a:p>
            <a:pPr marL="12700">
              <a:lnSpc>
                <a:spcPct val="100000"/>
              </a:lnSpc>
              <a:spcBef>
                <a:spcPts val="100"/>
              </a:spcBef>
            </a:pPr>
            <a:r>
              <a:rPr lang="en-IN" sz="1800" spc="-445" dirty="0"/>
              <a:t>Portfolio</a:t>
            </a:r>
            <a:endParaRPr lang="en-IN" sz="1800" dirty="0"/>
          </a:p>
        </p:txBody>
      </p:sp>
      <p:sp>
        <p:nvSpPr>
          <p:cNvPr id="15" name="object 4">
            <a:extLst>
              <a:ext uri="{FF2B5EF4-FFF2-40B4-BE49-F238E27FC236}">
                <a16:creationId xmlns:a16="http://schemas.microsoft.com/office/drawing/2014/main" id="{389D495A-CE4E-92E6-1626-DC6D0DDBEAE7}"/>
              </a:ext>
            </a:extLst>
          </p:cNvPr>
          <p:cNvSpPr/>
          <p:nvPr/>
        </p:nvSpPr>
        <p:spPr>
          <a:xfrm>
            <a:off x="207326" y="266700"/>
            <a:ext cx="10155873" cy="1836174"/>
          </a:xfrm>
          <a:prstGeom prst="rect">
            <a:avLst/>
          </a:prstGeom>
          <a:blipFill>
            <a:blip r:embed="rId7" cstate="print"/>
            <a:stretch>
              <a:fillRect/>
            </a:stretch>
          </a:blipFill>
        </p:spPr>
        <p:txBody>
          <a:bodyPr wrap="square" lIns="0" tIns="0" rIns="0" bIns="0" rtlCol="0"/>
          <a:lstStyle/>
          <a:p>
            <a:endParaRPr dirty="0"/>
          </a:p>
        </p:txBody>
      </p:sp>
      <p:sp>
        <p:nvSpPr>
          <p:cNvPr id="16" name="TextBox 15">
            <a:extLst>
              <a:ext uri="{FF2B5EF4-FFF2-40B4-BE49-F238E27FC236}">
                <a16:creationId xmlns:a16="http://schemas.microsoft.com/office/drawing/2014/main" id="{17270AC4-B070-3969-DD2F-9E0E5EB0C3E7}"/>
              </a:ext>
            </a:extLst>
          </p:cNvPr>
          <p:cNvSpPr txBox="1"/>
          <p:nvPr/>
        </p:nvSpPr>
        <p:spPr>
          <a:xfrm>
            <a:off x="3618052" y="614344"/>
            <a:ext cx="6781800" cy="1015663"/>
          </a:xfrm>
          <a:prstGeom prst="rect">
            <a:avLst/>
          </a:prstGeom>
          <a:noFill/>
        </p:spPr>
        <p:txBody>
          <a:bodyPr wrap="square" rtlCol="0">
            <a:spAutoFit/>
          </a:bodyPr>
          <a:lstStyle/>
          <a:p>
            <a:r>
              <a:rPr lang="en-IN" sz="6000" b="1" u="sng" dirty="0">
                <a:solidFill>
                  <a:schemeClr val="bg1"/>
                </a:solidFill>
                <a:latin typeface="Arial" panose="020B0604020202020204" pitchFamily="34" charset="0"/>
                <a:cs typeface="Arial" panose="020B0604020202020204" pitchFamily="34" charset="0"/>
              </a:rPr>
              <a:t>Findings</a:t>
            </a:r>
            <a:r>
              <a:rPr lang="en-IN" sz="6000" b="1" u="sng" dirty="0">
                <a:solidFill>
                  <a:schemeClr val="bg1"/>
                </a:solidFill>
              </a:rPr>
              <a:t> </a:t>
            </a:r>
          </a:p>
        </p:txBody>
      </p:sp>
      <p:sp>
        <p:nvSpPr>
          <p:cNvPr id="17" name="TextBox 16">
            <a:extLst>
              <a:ext uri="{FF2B5EF4-FFF2-40B4-BE49-F238E27FC236}">
                <a16:creationId xmlns:a16="http://schemas.microsoft.com/office/drawing/2014/main" id="{AD5C5CA0-585F-9976-9A9E-F2F7987CB20E}"/>
              </a:ext>
            </a:extLst>
          </p:cNvPr>
          <p:cNvSpPr txBox="1"/>
          <p:nvPr/>
        </p:nvSpPr>
        <p:spPr>
          <a:xfrm>
            <a:off x="1066800" y="2781300"/>
            <a:ext cx="9067800" cy="4524315"/>
          </a:xfrm>
          <a:prstGeom prst="rect">
            <a:avLst/>
          </a:prstGeom>
          <a:noFill/>
        </p:spPr>
        <p:txBody>
          <a:bodyPr wrap="square" rtlCol="0">
            <a:spAutoFit/>
          </a:bodyPr>
          <a:lstStyle/>
          <a:p>
            <a:pPr algn="just"/>
            <a:r>
              <a:rPr lang="en-IN" sz="3600" b="1" u="sng" dirty="0">
                <a:solidFill>
                  <a:srgbClr val="00B050"/>
                </a:solidFill>
                <a:effectLst/>
                <a:latin typeface="Times New Roman" panose="02020603050405020304" pitchFamily="18" charset="0"/>
                <a:ea typeface="Calibri" panose="020F0502020204030204" pitchFamily="34" charset="0"/>
              </a:rPr>
              <a:t>Objectives :</a:t>
            </a:r>
            <a:r>
              <a:rPr lang="en-IN" sz="3600" dirty="0">
                <a:effectLst/>
                <a:latin typeface="Times New Roman" panose="02020603050405020304" pitchFamily="18" charset="0"/>
                <a:ea typeface="Calibri" panose="020F0502020204030204" pitchFamily="34" charset="0"/>
              </a:rPr>
              <a:t>To study which factors effects on natural resources due to technology</a:t>
            </a:r>
          </a:p>
          <a:p>
            <a:pPr algn="just"/>
            <a:endParaRPr lang="en-IN" sz="3600" b="1" u="sng" dirty="0">
              <a:solidFill>
                <a:srgbClr val="00B050"/>
              </a:solidFill>
              <a:latin typeface="Times New Roman" panose="02020603050405020304" pitchFamily="18" charset="0"/>
              <a:ea typeface="Calibri" panose="020F0502020204030204" pitchFamily="34" charset="0"/>
            </a:endParaRPr>
          </a:p>
          <a:p>
            <a:pPr algn="just"/>
            <a:r>
              <a:rPr lang="en-IN" sz="3600" b="1" u="sng" dirty="0">
                <a:solidFill>
                  <a:srgbClr val="00B050"/>
                </a:solidFill>
                <a:latin typeface="Times New Roman" panose="02020603050405020304" pitchFamily="18" charset="0"/>
                <a:ea typeface="Calibri" panose="020F0502020204030204" pitchFamily="34" charset="0"/>
              </a:rPr>
              <a:t>Findings: </a:t>
            </a:r>
            <a:r>
              <a:rPr lang="en-IN" sz="3600" b="1" u="sng" dirty="0">
                <a:solidFill>
                  <a:srgbClr val="00B050"/>
                </a:solidFill>
                <a:effectLst/>
                <a:latin typeface="Times New Roman" panose="02020603050405020304" pitchFamily="18" charset="0"/>
                <a:ea typeface="Calibri" panose="020F0502020204030204" pitchFamily="34" charset="0"/>
              </a:rPr>
              <a:t> </a:t>
            </a:r>
            <a:r>
              <a:rPr lang="en-IN" sz="3600" dirty="0">
                <a:effectLst/>
                <a:latin typeface="Times New Roman" panose="02020603050405020304" pitchFamily="18" charset="0"/>
                <a:ea typeface="Calibri" panose="020F0502020204030204" pitchFamily="34" charset="0"/>
              </a:rPr>
              <a:t>In growing economy, we forgot that how to use minimum natural resources they are limited in nature though theirs is advanced technology but industries waste lots of resources </a:t>
            </a:r>
            <a:endParaRPr lang="en-IN" sz="3600" dirty="0"/>
          </a:p>
        </p:txBody>
      </p:sp>
    </p:spTree>
  </p:cSld>
  <p:clrMapOvr>
    <a:masterClrMapping/>
  </p:clrMapOvr>
  <p:transition spd="slow">
    <p:comb/>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8D3CF8-FF4A-4920-0881-DD420199E20E}"/>
              </a:ext>
            </a:extLst>
          </p:cNvPr>
          <p:cNvSpPr/>
          <p:nvPr/>
        </p:nvSpPr>
        <p:spPr>
          <a:xfrm>
            <a:off x="304800" y="419100"/>
            <a:ext cx="17678400" cy="14478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708E22BF-5AAF-DDB0-A864-BC20EA771FDF}"/>
              </a:ext>
            </a:extLst>
          </p:cNvPr>
          <p:cNvSpPr/>
          <p:nvPr/>
        </p:nvSpPr>
        <p:spPr>
          <a:xfrm>
            <a:off x="533400" y="483010"/>
            <a:ext cx="1295400" cy="11430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A6D85719-1E83-9E5E-C4D6-9004C82033F9}"/>
              </a:ext>
            </a:extLst>
          </p:cNvPr>
          <p:cNvSpPr/>
          <p:nvPr/>
        </p:nvSpPr>
        <p:spPr>
          <a:xfrm>
            <a:off x="16459200" y="571500"/>
            <a:ext cx="1295400" cy="11430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19">
            <a:extLst>
              <a:ext uri="{FF2B5EF4-FFF2-40B4-BE49-F238E27FC236}">
                <a16:creationId xmlns:a16="http://schemas.microsoft.com/office/drawing/2014/main" id="{DC3B6D57-5517-8FF5-AC2C-58C538C743B2}"/>
              </a:ext>
            </a:extLst>
          </p:cNvPr>
          <p:cNvSpPr/>
          <p:nvPr/>
        </p:nvSpPr>
        <p:spPr>
          <a:xfrm>
            <a:off x="798810" y="714559"/>
            <a:ext cx="720090" cy="828040"/>
          </a:xfrm>
          <a:custGeom>
            <a:avLst/>
            <a:gdLst/>
            <a:ahLst/>
            <a:cxnLst/>
            <a:rect l="l" t="t" r="r" b="b"/>
            <a:pathLst>
              <a:path w="720090" h="828040">
                <a:moveTo>
                  <a:pt x="360005" y="828040"/>
                </a:moveTo>
                <a:lnTo>
                  <a:pt x="309936" y="796290"/>
                </a:lnTo>
                <a:lnTo>
                  <a:pt x="269531" y="765810"/>
                </a:lnTo>
                <a:lnTo>
                  <a:pt x="231674" y="734060"/>
                </a:lnTo>
                <a:lnTo>
                  <a:pt x="196457" y="699770"/>
                </a:lnTo>
                <a:lnTo>
                  <a:pt x="163972" y="664210"/>
                </a:lnTo>
                <a:lnTo>
                  <a:pt x="134311" y="626110"/>
                </a:lnTo>
                <a:lnTo>
                  <a:pt x="107567" y="586740"/>
                </a:lnTo>
                <a:lnTo>
                  <a:pt x="83831" y="544830"/>
                </a:lnTo>
                <a:lnTo>
                  <a:pt x="63197" y="502920"/>
                </a:lnTo>
                <a:lnTo>
                  <a:pt x="45755" y="458470"/>
                </a:lnTo>
                <a:lnTo>
                  <a:pt x="31599" y="414020"/>
                </a:lnTo>
                <a:lnTo>
                  <a:pt x="20821" y="368300"/>
                </a:lnTo>
                <a:lnTo>
                  <a:pt x="13512" y="321310"/>
                </a:lnTo>
                <a:lnTo>
                  <a:pt x="0" y="207010"/>
                </a:lnTo>
                <a:lnTo>
                  <a:pt x="144169" y="148590"/>
                </a:lnTo>
                <a:lnTo>
                  <a:pt x="186043" y="130810"/>
                </a:lnTo>
                <a:lnTo>
                  <a:pt x="225798" y="107950"/>
                </a:lnTo>
                <a:lnTo>
                  <a:pt x="263436" y="82550"/>
                </a:lnTo>
                <a:lnTo>
                  <a:pt x="298954" y="54610"/>
                </a:lnTo>
                <a:lnTo>
                  <a:pt x="360003" y="0"/>
                </a:lnTo>
                <a:lnTo>
                  <a:pt x="421054" y="54610"/>
                </a:lnTo>
                <a:lnTo>
                  <a:pt x="456573" y="82550"/>
                </a:lnTo>
                <a:lnTo>
                  <a:pt x="494211" y="107950"/>
                </a:lnTo>
                <a:lnTo>
                  <a:pt x="533966" y="130810"/>
                </a:lnTo>
                <a:lnTo>
                  <a:pt x="575840" y="148590"/>
                </a:lnTo>
                <a:lnTo>
                  <a:pt x="701204" y="199390"/>
                </a:lnTo>
                <a:lnTo>
                  <a:pt x="348391" y="199390"/>
                </a:lnTo>
                <a:lnTo>
                  <a:pt x="348391" y="240030"/>
                </a:lnTo>
                <a:lnTo>
                  <a:pt x="716105" y="240030"/>
                </a:lnTo>
                <a:lnTo>
                  <a:pt x="714604" y="252730"/>
                </a:lnTo>
                <a:lnTo>
                  <a:pt x="219668" y="252730"/>
                </a:lnTo>
                <a:lnTo>
                  <a:pt x="200720" y="271780"/>
                </a:lnTo>
                <a:lnTo>
                  <a:pt x="229142" y="299720"/>
                </a:lnTo>
                <a:lnTo>
                  <a:pt x="278032" y="299720"/>
                </a:lnTo>
                <a:lnTo>
                  <a:pt x="273257" y="303530"/>
                </a:lnTo>
                <a:lnTo>
                  <a:pt x="249792" y="335280"/>
                </a:lnTo>
                <a:lnTo>
                  <a:pt x="246854" y="340360"/>
                </a:lnTo>
                <a:lnTo>
                  <a:pt x="244216" y="346710"/>
                </a:lnTo>
                <a:lnTo>
                  <a:pt x="241877" y="351790"/>
                </a:lnTo>
                <a:lnTo>
                  <a:pt x="239850" y="358140"/>
                </a:lnTo>
                <a:lnTo>
                  <a:pt x="238145" y="364490"/>
                </a:lnTo>
                <a:lnTo>
                  <a:pt x="236762" y="370840"/>
                </a:lnTo>
                <a:lnTo>
                  <a:pt x="236338" y="373380"/>
                </a:lnTo>
                <a:lnTo>
                  <a:pt x="160796" y="373380"/>
                </a:lnTo>
                <a:lnTo>
                  <a:pt x="160796" y="400050"/>
                </a:lnTo>
                <a:lnTo>
                  <a:pt x="234605" y="400050"/>
                </a:lnTo>
                <a:lnTo>
                  <a:pt x="234763" y="403860"/>
                </a:lnTo>
                <a:lnTo>
                  <a:pt x="243197" y="440690"/>
                </a:lnTo>
                <a:lnTo>
                  <a:pt x="245709" y="447040"/>
                </a:lnTo>
                <a:lnTo>
                  <a:pt x="248530" y="453390"/>
                </a:lnTo>
                <a:lnTo>
                  <a:pt x="251646" y="458470"/>
                </a:lnTo>
                <a:lnTo>
                  <a:pt x="255040" y="464820"/>
                </a:lnTo>
                <a:lnTo>
                  <a:pt x="258714" y="469900"/>
                </a:lnTo>
                <a:lnTo>
                  <a:pt x="262665" y="474980"/>
                </a:lnTo>
                <a:lnTo>
                  <a:pt x="266874" y="480060"/>
                </a:lnTo>
                <a:lnTo>
                  <a:pt x="271318" y="483870"/>
                </a:lnTo>
                <a:lnTo>
                  <a:pt x="275999" y="488950"/>
                </a:lnTo>
                <a:lnTo>
                  <a:pt x="286489" y="497840"/>
                </a:lnTo>
                <a:lnTo>
                  <a:pt x="290782" y="504190"/>
                </a:lnTo>
                <a:lnTo>
                  <a:pt x="296808" y="516890"/>
                </a:lnTo>
                <a:lnTo>
                  <a:pt x="298258" y="524510"/>
                </a:lnTo>
                <a:lnTo>
                  <a:pt x="298142" y="547370"/>
                </a:lnTo>
                <a:lnTo>
                  <a:pt x="634739" y="547370"/>
                </a:lnTo>
                <a:lnTo>
                  <a:pt x="619634" y="574040"/>
                </a:lnTo>
                <a:lnTo>
                  <a:pt x="298142" y="574040"/>
                </a:lnTo>
                <a:lnTo>
                  <a:pt x="298142" y="590550"/>
                </a:lnTo>
                <a:lnTo>
                  <a:pt x="316330" y="627380"/>
                </a:lnTo>
                <a:lnTo>
                  <a:pt x="327978" y="635000"/>
                </a:lnTo>
                <a:lnTo>
                  <a:pt x="334481" y="638810"/>
                </a:lnTo>
                <a:lnTo>
                  <a:pt x="337832" y="638810"/>
                </a:lnTo>
                <a:lnTo>
                  <a:pt x="344736" y="640080"/>
                </a:lnTo>
                <a:lnTo>
                  <a:pt x="348222" y="641350"/>
                </a:lnTo>
                <a:lnTo>
                  <a:pt x="573833" y="641350"/>
                </a:lnTo>
                <a:lnTo>
                  <a:pt x="523552" y="699770"/>
                </a:lnTo>
                <a:lnTo>
                  <a:pt x="488335" y="734060"/>
                </a:lnTo>
                <a:lnTo>
                  <a:pt x="450478" y="765810"/>
                </a:lnTo>
                <a:lnTo>
                  <a:pt x="410074" y="796290"/>
                </a:lnTo>
                <a:lnTo>
                  <a:pt x="367214" y="824230"/>
                </a:lnTo>
                <a:lnTo>
                  <a:pt x="360005" y="828040"/>
                </a:lnTo>
                <a:close/>
              </a:path>
              <a:path w="720090" h="828040">
                <a:moveTo>
                  <a:pt x="716105" y="240030"/>
                </a:moveTo>
                <a:lnTo>
                  <a:pt x="375191" y="240030"/>
                </a:lnTo>
                <a:lnTo>
                  <a:pt x="375191" y="199390"/>
                </a:lnTo>
                <a:lnTo>
                  <a:pt x="701204" y="199390"/>
                </a:lnTo>
                <a:lnTo>
                  <a:pt x="720008" y="207010"/>
                </a:lnTo>
                <a:lnTo>
                  <a:pt x="716105" y="240030"/>
                </a:lnTo>
                <a:close/>
              </a:path>
              <a:path w="720090" h="828040">
                <a:moveTo>
                  <a:pt x="278032" y="299720"/>
                </a:moveTo>
                <a:lnTo>
                  <a:pt x="229142" y="299720"/>
                </a:lnTo>
                <a:lnTo>
                  <a:pt x="248091" y="281940"/>
                </a:lnTo>
                <a:lnTo>
                  <a:pt x="219668" y="252730"/>
                </a:lnTo>
                <a:lnTo>
                  <a:pt x="503915" y="252730"/>
                </a:lnTo>
                <a:lnTo>
                  <a:pt x="489086" y="267970"/>
                </a:lnTo>
                <a:lnTo>
                  <a:pt x="354828" y="267970"/>
                </a:lnTo>
                <a:lnTo>
                  <a:pt x="348362" y="269240"/>
                </a:lnTo>
                <a:lnTo>
                  <a:pt x="341930" y="269240"/>
                </a:lnTo>
                <a:lnTo>
                  <a:pt x="329205" y="271780"/>
                </a:lnTo>
                <a:lnTo>
                  <a:pt x="316852" y="276860"/>
                </a:lnTo>
                <a:lnTo>
                  <a:pt x="310826" y="278130"/>
                </a:lnTo>
                <a:lnTo>
                  <a:pt x="304934" y="281940"/>
                </a:lnTo>
                <a:lnTo>
                  <a:pt x="299205" y="284480"/>
                </a:lnTo>
                <a:lnTo>
                  <a:pt x="293640" y="288290"/>
                </a:lnTo>
                <a:lnTo>
                  <a:pt x="288237" y="290830"/>
                </a:lnTo>
                <a:lnTo>
                  <a:pt x="283025" y="295910"/>
                </a:lnTo>
                <a:lnTo>
                  <a:pt x="278032" y="299720"/>
                </a:lnTo>
                <a:close/>
              </a:path>
              <a:path w="720090" h="828040">
                <a:moveTo>
                  <a:pt x="709049" y="299720"/>
                </a:moveTo>
                <a:lnTo>
                  <a:pt x="494440" y="299720"/>
                </a:lnTo>
                <a:lnTo>
                  <a:pt x="522862" y="271780"/>
                </a:lnTo>
                <a:lnTo>
                  <a:pt x="503915" y="252730"/>
                </a:lnTo>
                <a:lnTo>
                  <a:pt x="714604" y="252730"/>
                </a:lnTo>
                <a:lnTo>
                  <a:pt x="709049" y="299720"/>
                </a:lnTo>
                <a:close/>
              </a:path>
              <a:path w="720090" h="828040">
                <a:moveTo>
                  <a:pt x="634739" y="547370"/>
                </a:moveTo>
                <a:lnTo>
                  <a:pt x="425439" y="547370"/>
                </a:lnTo>
                <a:lnTo>
                  <a:pt x="425408" y="524510"/>
                </a:lnTo>
                <a:lnTo>
                  <a:pt x="426960" y="516890"/>
                </a:lnTo>
                <a:lnTo>
                  <a:pt x="433229" y="502920"/>
                </a:lnTo>
                <a:lnTo>
                  <a:pt x="437652" y="497840"/>
                </a:lnTo>
                <a:lnTo>
                  <a:pt x="443367" y="492760"/>
                </a:lnTo>
                <a:lnTo>
                  <a:pt x="448253" y="487680"/>
                </a:lnTo>
                <a:lnTo>
                  <a:pt x="475462" y="452120"/>
                </a:lnTo>
                <a:lnTo>
                  <a:pt x="478241" y="445770"/>
                </a:lnTo>
                <a:lnTo>
                  <a:pt x="480710" y="440690"/>
                </a:lnTo>
                <a:lnTo>
                  <a:pt x="488869" y="402590"/>
                </a:lnTo>
                <a:lnTo>
                  <a:pt x="488994" y="391160"/>
                </a:lnTo>
                <a:lnTo>
                  <a:pt x="488882" y="388620"/>
                </a:lnTo>
                <a:lnTo>
                  <a:pt x="479007" y="345440"/>
                </a:lnTo>
                <a:lnTo>
                  <a:pt x="473346" y="334010"/>
                </a:lnTo>
                <a:lnTo>
                  <a:pt x="470067" y="327660"/>
                </a:lnTo>
                <a:lnTo>
                  <a:pt x="449658" y="303530"/>
                </a:lnTo>
                <a:lnTo>
                  <a:pt x="444852" y="298450"/>
                </a:lnTo>
                <a:lnTo>
                  <a:pt x="439829" y="294640"/>
                </a:lnTo>
                <a:lnTo>
                  <a:pt x="434590" y="290830"/>
                </a:lnTo>
                <a:lnTo>
                  <a:pt x="429161" y="287020"/>
                </a:lnTo>
                <a:lnTo>
                  <a:pt x="423571" y="284480"/>
                </a:lnTo>
                <a:lnTo>
                  <a:pt x="417820" y="280670"/>
                </a:lnTo>
                <a:lnTo>
                  <a:pt x="405866" y="275590"/>
                </a:lnTo>
                <a:lnTo>
                  <a:pt x="399725" y="274320"/>
                </a:lnTo>
                <a:lnTo>
                  <a:pt x="393485" y="271780"/>
                </a:lnTo>
                <a:lnTo>
                  <a:pt x="380741" y="269240"/>
                </a:lnTo>
                <a:lnTo>
                  <a:pt x="374303" y="269240"/>
                </a:lnTo>
                <a:lnTo>
                  <a:pt x="367833" y="267970"/>
                </a:lnTo>
                <a:lnTo>
                  <a:pt x="489086" y="267970"/>
                </a:lnTo>
                <a:lnTo>
                  <a:pt x="475492" y="281940"/>
                </a:lnTo>
                <a:lnTo>
                  <a:pt x="494440" y="299720"/>
                </a:lnTo>
                <a:lnTo>
                  <a:pt x="709049" y="299720"/>
                </a:lnTo>
                <a:lnTo>
                  <a:pt x="706496" y="321310"/>
                </a:lnTo>
                <a:lnTo>
                  <a:pt x="699187" y="368300"/>
                </a:lnTo>
                <a:lnTo>
                  <a:pt x="697990" y="373380"/>
                </a:lnTo>
                <a:lnTo>
                  <a:pt x="522587" y="373380"/>
                </a:lnTo>
                <a:lnTo>
                  <a:pt x="522587" y="400050"/>
                </a:lnTo>
                <a:lnTo>
                  <a:pt x="691702" y="400050"/>
                </a:lnTo>
                <a:lnTo>
                  <a:pt x="688409" y="414020"/>
                </a:lnTo>
                <a:lnTo>
                  <a:pt x="674253" y="458470"/>
                </a:lnTo>
                <a:lnTo>
                  <a:pt x="656812" y="502920"/>
                </a:lnTo>
                <a:lnTo>
                  <a:pt x="636177" y="544830"/>
                </a:lnTo>
                <a:lnTo>
                  <a:pt x="634739" y="547370"/>
                </a:lnTo>
                <a:close/>
              </a:path>
              <a:path w="720090" h="828040">
                <a:moveTo>
                  <a:pt x="234605" y="400050"/>
                </a:moveTo>
                <a:lnTo>
                  <a:pt x="200995" y="400050"/>
                </a:lnTo>
                <a:lnTo>
                  <a:pt x="200995" y="373380"/>
                </a:lnTo>
                <a:lnTo>
                  <a:pt x="236338" y="373380"/>
                </a:lnTo>
                <a:lnTo>
                  <a:pt x="235703" y="377190"/>
                </a:lnTo>
                <a:lnTo>
                  <a:pt x="234970" y="383540"/>
                </a:lnTo>
                <a:lnTo>
                  <a:pt x="234649" y="388620"/>
                </a:lnTo>
                <a:lnTo>
                  <a:pt x="234523" y="394970"/>
                </a:lnTo>
                <a:lnTo>
                  <a:pt x="234605" y="400050"/>
                </a:lnTo>
                <a:close/>
              </a:path>
              <a:path w="720090" h="828040">
                <a:moveTo>
                  <a:pt x="691702" y="400050"/>
                </a:moveTo>
                <a:lnTo>
                  <a:pt x="562786" y="400050"/>
                </a:lnTo>
                <a:lnTo>
                  <a:pt x="562786" y="373380"/>
                </a:lnTo>
                <a:lnTo>
                  <a:pt x="697990" y="373380"/>
                </a:lnTo>
                <a:lnTo>
                  <a:pt x="691702" y="400050"/>
                </a:lnTo>
                <a:close/>
              </a:path>
              <a:path w="720090" h="828040">
                <a:moveTo>
                  <a:pt x="375191" y="547370"/>
                </a:moveTo>
                <a:lnTo>
                  <a:pt x="348391" y="547370"/>
                </a:lnTo>
                <a:lnTo>
                  <a:pt x="348391" y="500380"/>
                </a:lnTo>
                <a:lnTo>
                  <a:pt x="290913" y="454660"/>
                </a:lnTo>
                <a:lnTo>
                  <a:pt x="287483" y="449580"/>
                </a:lnTo>
                <a:lnTo>
                  <a:pt x="282593" y="439420"/>
                </a:lnTo>
                <a:lnTo>
                  <a:pt x="281378" y="434340"/>
                </a:lnTo>
                <a:lnTo>
                  <a:pt x="281398" y="419100"/>
                </a:lnTo>
                <a:lnTo>
                  <a:pt x="282344" y="414020"/>
                </a:lnTo>
                <a:lnTo>
                  <a:pt x="286116" y="405130"/>
                </a:lnTo>
                <a:lnTo>
                  <a:pt x="288800" y="401320"/>
                </a:lnTo>
                <a:lnTo>
                  <a:pt x="295763" y="394970"/>
                </a:lnTo>
                <a:lnTo>
                  <a:pt x="299777" y="391160"/>
                </a:lnTo>
                <a:lnTo>
                  <a:pt x="308871" y="387350"/>
                </a:lnTo>
                <a:lnTo>
                  <a:pt x="328495" y="387350"/>
                </a:lnTo>
                <a:lnTo>
                  <a:pt x="334339" y="388620"/>
                </a:lnTo>
                <a:lnTo>
                  <a:pt x="345292" y="393700"/>
                </a:lnTo>
                <a:lnTo>
                  <a:pt x="349751" y="398780"/>
                </a:lnTo>
                <a:lnTo>
                  <a:pt x="354150" y="405130"/>
                </a:lnTo>
                <a:lnTo>
                  <a:pt x="355391" y="406400"/>
                </a:lnTo>
                <a:lnTo>
                  <a:pt x="358437" y="407670"/>
                </a:lnTo>
                <a:lnTo>
                  <a:pt x="438543" y="407670"/>
                </a:lnTo>
                <a:lnTo>
                  <a:pt x="441238" y="414020"/>
                </a:lnTo>
                <a:lnTo>
                  <a:pt x="315676" y="414020"/>
                </a:lnTo>
                <a:lnTo>
                  <a:pt x="313241" y="415290"/>
                </a:lnTo>
                <a:lnTo>
                  <a:pt x="309205" y="419100"/>
                </a:lnTo>
                <a:lnTo>
                  <a:pt x="308195" y="421640"/>
                </a:lnTo>
                <a:lnTo>
                  <a:pt x="308185" y="431800"/>
                </a:lnTo>
                <a:lnTo>
                  <a:pt x="309480" y="435610"/>
                </a:lnTo>
                <a:lnTo>
                  <a:pt x="373518" y="486410"/>
                </a:lnTo>
                <a:lnTo>
                  <a:pt x="375193" y="490220"/>
                </a:lnTo>
                <a:lnTo>
                  <a:pt x="375191" y="547370"/>
                </a:lnTo>
                <a:close/>
              </a:path>
              <a:path w="720090" h="828040">
                <a:moveTo>
                  <a:pt x="438543" y="407670"/>
                </a:moveTo>
                <a:lnTo>
                  <a:pt x="365142" y="407670"/>
                </a:lnTo>
                <a:lnTo>
                  <a:pt x="368189" y="406400"/>
                </a:lnTo>
                <a:lnTo>
                  <a:pt x="369430" y="405130"/>
                </a:lnTo>
                <a:lnTo>
                  <a:pt x="373829" y="398780"/>
                </a:lnTo>
                <a:lnTo>
                  <a:pt x="378287" y="393700"/>
                </a:lnTo>
                <a:lnTo>
                  <a:pt x="389241" y="388620"/>
                </a:lnTo>
                <a:lnTo>
                  <a:pt x="395085" y="387350"/>
                </a:lnTo>
                <a:lnTo>
                  <a:pt x="414710" y="387350"/>
                </a:lnTo>
                <a:lnTo>
                  <a:pt x="423805" y="391160"/>
                </a:lnTo>
                <a:lnTo>
                  <a:pt x="427819" y="394970"/>
                </a:lnTo>
                <a:lnTo>
                  <a:pt x="434782" y="401320"/>
                </a:lnTo>
                <a:lnTo>
                  <a:pt x="437466" y="405130"/>
                </a:lnTo>
                <a:lnTo>
                  <a:pt x="438543" y="407670"/>
                </a:lnTo>
                <a:close/>
              </a:path>
              <a:path w="720090" h="828040">
                <a:moveTo>
                  <a:pt x="367856" y="434340"/>
                </a:moveTo>
                <a:lnTo>
                  <a:pt x="355722" y="434340"/>
                </a:lnTo>
                <a:lnTo>
                  <a:pt x="349794" y="433070"/>
                </a:lnTo>
                <a:lnTo>
                  <a:pt x="346964" y="431800"/>
                </a:lnTo>
                <a:lnTo>
                  <a:pt x="341575" y="429260"/>
                </a:lnTo>
                <a:lnTo>
                  <a:pt x="339096" y="426720"/>
                </a:lnTo>
                <a:lnTo>
                  <a:pt x="334571" y="422910"/>
                </a:lnTo>
                <a:lnTo>
                  <a:pt x="332592" y="420370"/>
                </a:lnTo>
                <a:lnTo>
                  <a:pt x="328849" y="415290"/>
                </a:lnTo>
                <a:lnTo>
                  <a:pt x="325979" y="414020"/>
                </a:lnTo>
                <a:lnTo>
                  <a:pt x="397600" y="414020"/>
                </a:lnTo>
                <a:lnTo>
                  <a:pt x="394730" y="415290"/>
                </a:lnTo>
                <a:lnTo>
                  <a:pt x="390990" y="420370"/>
                </a:lnTo>
                <a:lnTo>
                  <a:pt x="389010" y="422910"/>
                </a:lnTo>
                <a:lnTo>
                  <a:pt x="384483" y="426720"/>
                </a:lnTo>
                <a:lnTo>
                  <a:pt x="382004" y="429260"/>
                </a:lnTo>
                <a:lnTo>
                  <a:pt x="376615" y="431800"/>
                </a:lnTo>
                <a:lnTo>
                  <a:pt x="373785" y="433070"/>
                </a:lnTo>
                <a:lnTo>
                  <a:pt x="367856" y="434340"/>
                </a:lnTo>
                <a:close/>
              </a:path>
              <a:path w="720090" h="828040">
                <a:moveTo>
                  <a:pt x="398064" y="490220"/>
                </a:moveTo>
                <a:lnTo>
                  <a:pt x="379117" y="471170"/>
                </a:lnTo>
                <a:lnTo>
                  <a:pt x="414391" y="435610"/>
                </a:lnTo>
                <a:lnTo>
                  <a:pt x="415399" y="433070"/>
                </a:lnTo>
                <a:lnTo>
                  <a:pt x="415387" y="421640"/>
                </a:lnTo>
                <a:lnTo>
                  <a:pt x="414377" y="419100"/>
                </a:lnTo>
                <a:lnTo>
                  <a:pt x="410341" y="415290"/>
                </a:lnTo>
                <a:lnTo>
                  <a:pt x="407906" y="414020"/>
                </a:lnTo>
                <a:lnTo>
                  <a:pt x="441238" y="414020"/>
                </a:lnTo>
                <a:lnTo>
                  <a:pt x="442184" y="419100"/>
                </a:lnTo>
                <a:lnTo>
                  <a:pt x="442078" y="431800"/>
                </a:lnTo>
                <a:lnTo>
                  <a:pt x="441525" y="438150"/>
                </a:lnTo>
                <a:lnTo>
                  <a:pt x="439494" y="444500"/>
                </a:lnTo>
                <a:lnTo>
                  <a:pt x="436094" y="450850"/>
                </a:lnTo>
                <a:lnTo>
                  <a:pt x="431327" y="457200"/>
                </a:lnTo>
                <a:lnTo>
                  <a:pt x="398064" y="490220"/>
                </a:lnTo>
                <a:close/>
              </a:path>
              <a:path w="720090" h="828040">
                <a:moveTo>
                  <a:pt x="573833" y="641350"/>
                </a:moveTo>
                <a:lnTo>
                  <a:pt x="375359" y="641350"/>
                </a:lnTo>
                <a:lnTo>
                  <a:pt x="378846" y="640080"/>
                </a:lnTo>
                <a:lnTo>
                  <a:pt x="385749" y="638810"/>
                </a:lnTo>
                <a:lnTo>
                  <a:pt x="389101" y="638810"/>
                </a:lnTo>
                <a:lnTo>
                  <a:pt x="395604" y="635000"/>
                </a:lnTo>
                <a:lnTo>
                  <a:pt x="422706" y="604520"/>
                </a:lnTo>
                <a:lnTo>
                  <a:pt x="425439" y="590550"/>
                </a:lnTo>
                <a:lnTo>
                  <a:pt x="425439" y="574040"/>
                </a:lnTo>
                <a:lnTo>
                  <a:pt x="619634" y="574040"/>
                </a:lnTo>
                <a:lnTo>
                  <a:pt x="612442" y="586740"/>
                </a:lnTo>
                <a:lnTo>
                  <a:pt x="585697" y="626110"/>
                </a:lnTo>
                <a:lnTo>
                  <a:pt x="573833" y="641350"/>
                </a:lnTo>
                <a:close/>
              </a:path>
            </a:pathLst>
          </a:custGeom>
          <a:solidFill>
            <a:srgbClr val="003873"/>
          </a:solidFill>
        </p:spPr>
        <p:txBody>
          <a:bodyPr wrap="square" lIns="0" tIns="0" rIns="0" bIns="0" rtlCol="0"/>
          <a:lstStyle/>
          <a:p>
            <a:endParaRPr/>
          </a:p>
        </p:txBody>
      </p:sp>
      <p:sp>
        <p:nvSpPr>
          <p:cNvPr id="6" name="object 19">
            <a:extLst>
              <a:ext uri="{FF2B5EF4-FFF2-40B4-BE49-F238E27FC236}">
                <a16:creationId xmlns:a16="http://schemas.microsoft.com/office/drawing/2014/main" id="{19B61F3E-FE64-B443-4832-1B1812964998}"/>
              </a:ext>
            </a:extLst>
          </p:cNvPr>
          <p:cNvSpPr/>
          <p:nvPr/>
        </p:nvSpPr>
        <p:spPr>
          <a:xfrm>
            <a:off x="16769100" y="728980"/>
            <a:ext cx="720090" cy="828040"/>
          </a:xfrm>
          <a:custGeom>
            <a:avLst/>
            <a:gdLst/>
            <a:ahLst/>
            <a:cxnLst/>
            <a:rect l="l" t="t" r="r" b="b"/>
            <a:pathLst>
              <a:path w="720090" h="828040">
                <a:moveTo>
                  <a:pt x="360005" y="828040"/>
                </a:moveTo>
                <a:lnTo>
                  <a:pt x="309936" y="796290"/>
                </a:lnTo>
                <a:lnTo>
                  <a:pt x="269531" y="765810"/>
                </a:lnTo>
                <a:lnTo>
                  <a:pt x="231674" y="734060"/>
                </a:lnTo>
                <a:lnTo>
                  <a:pt x="196457" y="699770"/>
                </a:lnTo>
                <a:lnTo>
                  <a:pt x="163972" y="664210"/>
                </a:lnTo>
                <a:lnTo>
                  <a:pt x="134311" y="626110"/>
                </a:lnTo>
                <a:lnTo>
                  <a:pt x="107567" y="586740"/>
                </a:lnTo>
                <a:lnTo>
                  <a:pt x="83831" y="544830"/>
                </a:lnTo>
                <a:lnTo>
                  <a:pt x="63197" y="502920"/>
                </a:lnTo>
                <a:lnTo>
                  <a:pt x="45755" y="458470"/>
                </a:lnTo>
                <a:lnTo>
                  <a:pt x="31599" y="414020"/>
                </a:lnTo>
                <a:lnTo>
                  <a:pt x="20821" y="368300"/>
                </a:lnTo>
                <a:lnTo>
                  <a:pt x="13512" y="321310"/>
                </a:lnTo>
                <a:lnTo>
                  <a:pt x="0" y="207010"/>
                </a:lnTo>
                <a:lnTo>
                  <a:pt x="144169" y="148590"/>
                </a:lnTo>
                <a:lnTo>
                  <a:pt x="186043" y="130810"/>
                </a:lnTo>
                <a:lnTo>
                  <a:pt x="225798" y="107950"/>
                </a:lnTo>
                <a:lnTo>
                  <a:pt x="263436" y="82550"/>
                </a:lnTo>
                <a:lnTo>
                  <a:pt x="298954" y="54610"/>
                </a:lnTo>
                <a:lnTo>
                  <a:pt x="360003" y="0"/>
                </a:lnTo>
                <a:lnTo>
                  <a:pt x="421054" y="54610"/>
                </a:lnTo>
                <a:lnTo>
                  <a:pt x="456573" y="82550"/>
                </a:lnTo>
                <a:lnTo>
                  <a:pt x="494211" y="107950"/>
                </a:lnTo>
                <a:lnTo>
                  <a:pt x="533966" y="130810"/>
                </a:lnTo>
                <a:lnTo>
                  <a:pt x="575840" y="148590"/>
                </a:lnTo>
                <a:lnTo>
                  <a:pt x="701204" y="199390"/>
                </a:lnTo>
                <a:lnTo>
                  <a:pt x="348391" y="199390"/>
                </a:lnTo>
                <a:lnTo>
                  <a:pt x="348391" y="240030"/>
                </a:lnTo>
                <a:lnTo>
                  <a:pt x="716105" y="240030"/>
                </a:lnTo>
                <a:lnTo>
                  <a:pt x="714604" y="252730"/>
                </a:lnTo>
                <a:lnTo>
                  <a:pt x="219668" y="252730"/>
                </a:lnTo>
                <a:lnTo>
                  <a:pt x="200720" y="271780"/>
                </a:lnTo>
                <a:lnTo>
                  <a:pt x="229142" y="299720"/>
                </a:lnTo>
                <a:lnTo>
                  <a:pt x="278032" y="299720"/>
                </a:lnTo>
                <a:lnTo>
                  <a:pt x="273257" y="303530"/>
                </a:lnTo>
                <a:lnTo>
                  <a:pt x="249792" y="335280"/>
                </a:lnTo>
                <a:lnTo>
                  <a:pt x="246854" y="340360"/>
                </a:lnTo>
                <a:lnTo>
                  <a:pt x="244216" y="346710"/>
                </a:lnTo>
                <a:lnTo>
                  <a:pt x="241877" y="351790"/>
                </a:lnTo>
                <a:lnTo>
                  <a:pt x="239850" y="358140"/>
                </a:lnTo>
                <a:lnTo>
                  <a:pt x="238145" y="364490"/>
                </a:lnTo>
                <a:lnTo>
                  <a:pt x="236762" y="370840"/>
                </a:lnTo>
                <a:lnTo>
                  <a:pt x="236338" y="373380"/>
                </a:lnTo>
                <a:lnTo>
                  <a:pt x="160796" y="373380"/>
                </a:lnTo>
                <a:lnTo>
                  <a:pt x="160796" y="400050"/>
                </a:lnTo>
                <a:lnTo>
                  <a:pt x="234605" y="400050"/>
                </a:lnTo>
                <a:lnTo>
                  <a:pt x="234763" y="403860"/>
                </a:lnTo>
                <a:lnTo>
                  <a:pt x="243197" y="440690"/>
                </a:lnTo>
                <a:lnTo>
                  <a:pt x="245709" y="447040"/>
                </a:lnTo>
                <a:lnTo>
                  <a:pt x="248530" y="453390"/>
                </a:lnTo>
                <a:lnTo>
                  <a:pt x="251646" y="458470"/>
                </a:lnTo>
                <a:lnTo>
                  <a:pt x="255040" y="464820"/>
                </a:lnTo>
                <a:lnTo>
                  <a:pt x="258714" y="469900"/>
                </a:lnTo>
                <a:lnTo>
                  <a:pt x="262665" y="474980"/>
                </a:lnTo>
                <a:lnTo>
                  <a:pt x="266874" y="480060"/>
                </a:lnTo>
                <a:lnTo>
                  <a:pt x="271318" y="483870"/>
                </a:lnTo>
                <a:lnTo>
                  <a:pt x="275999" y="488950"/>
                </a:lnTo>
                <a:lnTo>
                  <a:pt x="286489" y="497840"/>
                </a:lnTo>
                <a:lnTo>
                  <a:pt x="290782" y="504190"/>
                </a:lnTo>
                <a:lnTo>
                  <a:pt x="296808" y="516890"/>
                </a:lnTo>
                <a:lnTo>
                  <a:pt x="298258" y="524510"/>
                </a:lnTo>
                <a:lnTo>
                  <a:pt x="298142" y="547370"/>
                </a:lnTo>
                <a:lnTo>
                  <a:pt x="634739" y="547370"/>
                </a:lnTo>
                <a:lnTo>
                  <a:pt x="619634" y="574040"/>
                </a:lnTo>
                <a:lnTo>
                  <a:pt x="298142" y="574040"/>
                </a:lnTo>
                <a:lnTo>
                  <a:pt x="298142" y="590550"/>
                </a:lnTo>
                <a:lnTo>
                  <a:pt x="316330" y="627380"/>
                </a:lnTo>
                <a:lnTo>
                  <a:pt x="327978" y="635000"/>
                </a:lnTo>
                <a:lnTo>
                  <a:pt x="334481" y="638810"/>
                </a:lnTo>
                <a:lnTo>
                  <a:pt x="337832" y="638810"/>
                </a:lnTo>
                <a:lnTo>
                  <a:pt x="344736" y="640080"/>
                </a:lnTo>
                <a:lnTo>
                  <a:pt x="348222" y="641350"/>
                </a:lnTo>
                <a:lnTo>
                  <a:pt x="573833" y="641350"/>
                </a:lnTo>
                <a:lnTo>
                  <a:pt x="523552" y="699770"/>
                </a:lnTo>
                <a:lnTo>
                  <a:pt x="488335" y="734060"/>
                </a:lnTo>
                <a:lnTo>
                  <a:pt x="450478" y="765810"/>
                </a:lnTo>
                <a:lnTo>
                  <a:pt x="410074" y="796290"/>
                </a:lnTo>
                <a:lnTo>
                  <a:pt x="367214" y="824230"/>
                </a:lnTo>
                <a:lnTo>
                  <a:pt x="360005" y="828040"/>
                </a:lnTo>
                <a:close/>
              </a:path>
              <a:path w="720090" h="828040">
                <a:moveTo>
                  <a:pt x="716105" y="240030"/>
                </a:moveTo>
                <a:lnTo>
                  <a:pt x="375191" y="240030"/>
                </a:lnTo>
                <a:lnTo>
                  <a:pt x="375191" y="199390"/>
                </a:lnTo>
                <a:lnTo>
                  <a:pt x="701204" y="199390"/>
                </a:lnTo>
                <a:lnTo>
                  <a:pt x="720008" y="207010"/>
                </a:lnTo>
                <a:lnTo>
                  <a:pt x="716105" y="240030"/>
                </a:lnTo>
                <a:close/>
              </a:path>
              <a:path w="720090" h="828040">
                <a:moveTo>
                  <a:pt x="278032" y="299720"/>
                </a:moveTo>
                <a:lnTo>
                  <a:pt x="229142" y="299720"/>
                </a:lnTo>
                <a:lnTo>
                  <a:pt x="248091" y="281940"/>
                </a:lnTo>
                <a:lnTo>
                  <a:pt x="219668" y="252730"/>
                </a:lnTo>
                <a:lnTo>
                  <a:pt x="503915" y="252730"/>
                </a:lnTo>
                <a:lnTo>
                  <a:pt x="489086" y="267970"/>
                </a:lnTo>
                <a:lnTo>
                  <a:pt x="354828" y="267970"/>
                </a:lnTo>
                <a:lnTo>
                  <a:pt x="348362" y="269240"/>
                </a:lnTo>
                <a:lnTo>
                  <a:pt x="341930" y="269240"/>
                </a:lnTo>
                <a:lnTo>
                  <a:pt x="329205" y="271780"/>
                </a:lnTo>
                <a:lnTo>
                  <a:pt x="316852" y="276860"/>
                </a:lnTo>
                <a:lnTo>
                  <a:pt x="310826" y="278130"/>
                </a:lnTo>
                <a:lnTo>
                  <a:pt x="304934" y="281940"/>
                </a:lnTo>
                <a:lnTo>
                  <a:pt x="299205" y="284480"/>
                </a:lnTo>
                <a:lnTo>
                  <a:pt x="293640" y="288290"/>
                </a:lnTo>
                <a:lnTo>
                  <a:pt x="288237" y="290830"/>
                </a:lnTo>
                <a:lnTo>
                  <a:pt x="283025" y="295910"/>
                </a:lnTo>
                <a:lnTo>
                  <a:pt x="278032" y="299720"/>
                </a:lnTo>
                <a:close/>
              </a:path>
              <a:path w="720090" h="828040">
                <a:moveTo>
                  <a:pt x="709049" y="299720"/>
                </a:moveTo>
                <a:lnTo>
                  <a:pt x="494440" y="299720"/>
                </a:lnTo>
                <a:lnTo>
                  <a:pt x="522862" y="271780"/>
                </a:lnTo>
                <a:lnTo>
                  <a:pt x="503915" y="252730"/>
                </a:lnTo>
                <a:lnTo>
                  <a:pt x="714604" y="252730"/>
                </a:lnTo>
                <a:lnTo>
                  <a:pt x="709049" y="299720"/>
                </a:lnTo>
                <a:close/>
              </a:path>
              <a:path w="720090" h="828040">
                <a:moveTo>
                  <a:pt x="634739" y="547370"/>
                </a:moveTo>
                <a:lnTo>
                  <a:pt x="425439" y="547370"/>
                </a:lnTo>
                <a:lnTo>
                  <a:pt x="425408" y="524510"/>
                </a:lnTo>
                <a:lnTo>
                  <a:pt x="426960" y="516890"/>
                </a:lnTo>
                <a:lnTo>
                  <a:pt x="433229" y="502920"/>
                </a:lnTo>
                <a:lnTo>
                  <a:pt x="437652" y="497840"/>
                </a:lnTo>
                <a:lnTo>
                  <a:pt x="443367" y="492760"/>
                </a:lnTo>
                <a:lnTo>
                  <a:pt x="448253" y="487680"/>
                </a:lnTo>
                <a:lnTo>
                  <a:pt x="475462" y="452120"/>
                </a:lnTo>
                <a:lnTo>
                  <a:pt x="478241" y="445770"/>
                </a:lnTo>
                <a:lnTo>
                  <a:pt x="480710" y="440690"/>
                </a:lnTo>
                <a:lnTo>
                  <a:pt x="488869" y="402590"/>
                </a:lnTo>
                <a:lnTo>
                  <a:pt x="488994" y="391160"/>
                </a:lnTo>
                <a:lnTo>
                  <a:pt x="488882" y="388620"/>
                </a:lnTo>
                <a:lnTo>
                  <a:pt x="479007" y="345440"/>
                </a:lnTo>
                <a:lnTo>
                  <a:pt x="473346" y="334010"/>
                </a:lnTo>
                <a:lnTo>
                  <a:pt x="470067" y="327660"/>
                </a:lnTo>
                <a:lnTo>
                  <a:pt x="449658" y="303530"/>
                </a:lnTo>
                <a:lnTo>
                  <a:pt x="444852" y="298450"/>
                </a:lnTo>
                <a:lnTo>
                  <a:pt x="439829" y="294640"/>
                </a:lnTo>
                <a:lnTo>
                  <a:pt x="434590" y="290830"/>
                </a:lnTo>
                <a:lnTo>
                  <a:pt x="429161" y="287020"/>
                </a:lnTo>
                <a:lnTo>
                  <a:pt x="423571" y="284480"/>
                </a:lnTo>
                <a:lnTo>
                  <a:pt x="417820" y="280670"/>
                </a:lnTo>
                <a:lnTo>
                  <a:pt x="405866" y="275590"/>
                </a:lnTo>
                <a:lnTo>
                  <a:pt x="399725" y="274320"/>
                </a:lnTo>
                <a:lnTo>
                  <a:pt x="393485" y="271780"/>
                </a:lnTo>
                <a:lnTo>
                  <a:pt x="380741" y="269240"/>
                </a:lnTo>
                <a:lnTo>
                  <a:pt x="374303" y="269240"/>
                </a:lnTo>
                <a:lnTo>
                  <a:pt x="367833" y="267970"/>
                </a:lnTo>
                <a:lnTo>
                  <a:pt x="489086" y="267970"/>
                </a:lnTo>
                <a:lnTo>
                  <a:pt x="475492" y="281940"/>
                </a:lnTo>
                <a:lnTo>
                  <a:pt x="494440" y="299720"/>
                </a:lnTo>
                <a:lnTo>
                  <a:pt x="709049" y="299720"/>
                </a:lnTo>
                <a:lnTo>
                  <a:pt x="706496" y="321310"/>
                </a:lnTo>
                <a:lnTo>
                  <a:pt x="699187" y="368300"/>
                </a:lnTo>
                <a:lnTo>
                  <a:pt x="697990" y="373380"/>
                </a:lnTo>
                <a:lnTo>
                  <a:pt x="522587" y="373380"/>
                </a:lnTo>
                <a:lnTo>
                  <a:pt x="522587" y="400050"/>
                </a:lnTo>
                <a:lnTo>
                  <a:pt x="691702" y="400050"/>
                </a:lnTo>
                <a:lnTo>
                  <a:pt x="688409" y="414020"/>
                </a:lnTo>
                <a:lnTo>
                  <a:pt x="674253" y="458470"/>
                </a:lnTo>
                <a:lnTo>
                  <a:pt x="656812" y="502920"/>
                </a:lnTo>
                <a:lnTo>
                  <a:pt x="636177" y="544830"/>
                </a:lnTo>
                <a:lnTo>
                  <a:pt x="634739" y="547370"/>
                </a:lnTo>
                <a:close/>
              </a:path>
              <a:path w="720090" h="828040">
                <a:moveTo>
                  <a:pt x="234605" y="400050"/>
                </a:moveTo>
                <a:lnTo>
                  <a:pt x="200995" y="400050"/>
                </a:lnTo>
                <a:lnTo>
                  <a:pt x="200995" y="373380"/>
                </a:lnTo>
                <a:lnTo>
                  <a:pt x="236338" y="373380"/>
                </a:lnTo>
                <a:lnTo>
                  <a:pt x="235703" y="377190"/>
                </a:lnTo>
                <a:lnTo>
                  <a:pt x="234970" y="383540"/>
                </a:lnTo>
                <a:lnTo>
                  <a:pt x="234649" y="388620"/>
                </a:lnTo>
                <a:lnTo>
                  <a:pt x="234523" y="394970"/>
                </a:lnTo>
                <a:lnTo>
                  <a:pt x="234605" y="400050"/>
                </a:lnTo>
                <a:close/>
              </a:path>
              <a:path w="720090" h="828040">
                <a:moveTo>
                  <a:pt x="691702" y="400050"/>
                </a:moveTo>
                <a:lnTo>
                  <a:pt x="562786" y="400050"/>
                </a:lnTo>
                <a:lnTo>
                  <a:pt x="562786" y="373380"/>
                </a:lnTo>
                <a:lnTo>
                  <a:pt x="697990" y="373380"/>
                </a:lnTo>
                <a:lnTo>
                  <a:pt x="691702" y="400050"/>
                </a:lnTo>
                <a:close/>
              </a:path>
              <a:path w="720090" h="828040">
                <a:moveTo>
                  <a:pt x="375191" y="547370"/>
                </a:moveTo>
                <a:lnTo>
                  <a:pt x="348391" y="547370"/>
                </a:lnTo>
                <a:lnTo>
                  <a:pt x="348391" y="500380"/>
                </a:lnTo>
                <a:lnTo>
                  <a:pt x="290913" y="454660"/>
                </a:lnTo>
                <a:lnTo>
                  <a:pt x="287483" y="449580"/>
                </a:lnTo>
                <a:lnTo>
                  <a:pt x="282593" y="439420"/>
                </a:lnTo>
                <a:lnTo>
                  <a:pt x="281378" y="434340"/>
                </a:lnTo>
                <a:lnTo>
                  <a:pt x="281398" y="419100"/>
                </a:lnTo>
                <a:lnTo>
                  <a:pt x="282344" y="414020"/>
                </a:lnTo>
                <a:lnTo>
                  <a:pt x="286116" y="405130"/>
                </a:lnTo>
                <a:lnTo>
                  <a:pt x="288800" y="401320"/>
                </a:lnTo>
                <a:lnTo>
                  <a:pt x="295763" y="394970"/>
                </a:lnTo>
                <a:lnTo>
                  <a:pt x="299777" y="391160"/>
                </a:lnTo>
                <a:lnTo>
                  <a:pt x="308871" y="387350"/>
                </a:lnTo>
                <a:lnTo>
                  <a:pt x="328495" y="387350"/>
                </a:lnTo>
                <a:lnTo>
                  <a:pt x="334339" y="388620"/>
                </a:lnTo>
                <a:lnTo>
                  <a:pt x="345292" y="393700"/>
                </a:lnTo>
                <a:lnTo>
                  <a:pt x="349751" y="398780"/>
                </a:lnTo>
                <a:lnTo>
                  <a:pt x="354150" y="405130"/>
                </a:lnTo>
                <a:lnTo>
                  <a:pt x="355391" y="406400"/>
                </a:lnTo>
                <a:lnTo>
                  <a:pt x="358437" y="407670"/>
                </a:lnTo>
                <a:lnTo>
                  <a:pt x="438543" y="407670"/>
                </a:lnTo>
                <a:lnTo>
                  <a:pt x="441238" y="414020"/>
                </a:lnTo>
                <a:lnTo>
                  <a:pt x="315676" y="414020"/>
                </a:lnTo>
                <a:lnTo>
                  <a:pt x="313241" y="415290"/>
                </a:lnTo>
                <a:lnTo>
                  <a:pt x="309205" y="419100"/>
                </a:lnTo>
                <a:lnTo>
                  <a:pt x="308195" y="421640"/>
                </a:lnTo>
                <a:lnTo>
                  <a:pt x="308185" y="431800"/>
                </a:lnTo>
                <a:lnTo>
                  <a:pt x="309480" y="435610"/>
                </a:lnTo>
                <a:lnTo>
                  <a:pt x="373518" y="486410"/>
                </a:lnTo>
                <a:lnTo>
                  <a:pt x="375193" y="490220"/>
                </a:lnTo>
                <a:lnTo>
                  <a:pt x="375191" y="547370"/>
                </a:lnTo>
                <a:close/>
              </a:path>
              <a:path w="720090" h="828040">
                <a:moveTo>
                  <a:pt x="438543" y="407670"/>
                </a:moveTo>
                <a:lnTo>
                  <a:pt x="365142" y="407670"/>
                </a:lnTo>
                <a:lnTo>
                  <a:pt x="368189" y="406400"/>
                </a:lnTo>
                <a:lnTo>
                  <a:pt x="369430" y="405130"/>
                </a:lnTo>
                <a:lnTo>
                  <a:pt x="373829" y="398780"/>
                </a:lnTo>
                <a:lnTo>
                  <a:pt x="378287" y="393700"/>
                </a:lnTo>
                <a:lnTo>
                  <a:pt x="389241" y="388620"/>
                </a:lnTo>
                <a:lnTo>
                  <a:pt x="395085" y="387350"/>
                </a:lnTo>
                <a:lnTo>
                  <a:pt x="414710" y="387350"/>
                </a:lnTo>
                <a:lnTo>
                  <a:pt x="423805" y="391160"/>
                </a:lnTo>
                <a:lnTo>
                  <a:pt x="427819" y="394970"/>
                </a:lnTo>
                <a:lnTo>
                  <a:pt x="434782" y="401320"/>
                </a:lnTo>
                <a:lnTo>
                  <a:pt x="437466" y="405130"/>
                </a:lnTo>
                <a:lnTo>
                  <a:pt x="438543" y="407670"/>
                </a:lnTo>
                <a:close/>
              </a:path>
              <a:path w="720090" h="828040">
                <a:moveTo>
                  <a:pt x="367856" y="434340"/>
                </a:moveTo>
                <a:lnTo>
                  <a:pt x="355722" y="434340"/>
                </a:lnTo>
                <a:lnTo>
                  <a:pt x="349794" y="433070"/>
                </a:lnTo>
                <a:lnTo>
                  <a:pt x="346964" y="431800"/>
                </a:lnTo>
                <a:lnTo>
                  <a:pt x="341575" y="429260"/>
                </a:lnTo>
                <a:lnTo>
                  <a:pt x="339096" y="426720"/>
                </a:lnTo>
                <a:lnTo>
                  <a:pt x="334571" y="422910"/>
                </a:lnTo>
                <a:lnTo>
                  <a:pt x="332592" y="420370"/>
                </a:lnTo>
                <a:lnTo>
                  <a:pt x="328849" y="415290"/>
                </a:lnTo>
                <a:lnTo>
                  <a:pt x="325979" y="414020"/>
                </a:lnTo>
                <a:lnTo>
                  <a:pt x="397600" y="414020"/>
                </a:lnTo>
                <a:lnTo>
                  <a:pt x="394730" y="415290"/>
                </a:lnTo>
                <a:lnTo>
                  <a:pt x="390990" y="420370"/>
                </a:lnTo>
                <a:lnTo>
                  <a:pt x="389010" y="422910"/>
                </a:lnTo>
                <a:lnTo>
                  <a:pt x="384483" y="426720"/>
                </a:lnTo>
                <a:lnTo>
                  <a:pt x="382004" y="429260"/>
                </a:lnTo>
                <a:lnTo>
                  <a:pt x="376615" y="431800"/>
                </a:lnTo>
                <a:lnTo>
                  <a:pt x="373785" y="433070"/>
                </a:lnTo>
                <a:lnTo>
                  <a:pt x="367856" y="434340"/>
                </a:lnTo>
                <a:close/>
              </a:path>
              <a:path w="720090" h="828040">
                <a:moveTo>
                  <a:pt x="398064" y="490220"/>
                </a:moveTo>
                <a:lnTo>
                  <a:pt x="379117" y="471170"/>
                </a:lnTo>
                <a:lnTo>
                  <a:pt x="414391" y="435610"/>
                </a:lnTo>
                <a:lnTo>
                  <a:pt x="415399" y="433070"/>
                </a:lnTo>
                <a:lnTo>
                  <a:pt x="415387" y="421640"/>
                </a:lnTo>
                <a:lnTo>
                  <a:pt x="414377" y="419100"/>
                </a:lnTo>
                <a:lnTo>
                  <a:pt x="410341" y="415290"/>
                </a:lnTo>
                <a:lnTo>
                  <a:pt x="407906" y="414020"/>
                </a:lnTo>
                <a:lnTo>
                  <a:pt x="441238" y="414020"/>
                </a:lnTo>
                <a:lnTo>
                  <a:pt x="442184" y="419100"/>
                </a:lnTo>
                <a:lnTo>
                  <a:pt x="442078" y="431800"/>
                </a:lnTo>
                <a:lnTo>
                  <a:pt x="441525" y="438150"/>
                </a:lnTo>
                <a:lnTo>
                  <a:pt x="439494" y="444500"/>
                </a:lnTo>
                <a:lnTo>
                  <a:pt x="436094" y="450850"/>
                </a:lnTo>
                <a:lnTo>
                  <a:pt x="431327" y="457200"/>
                </a:lnTo>
                <a:lnTo>
                  <a:pt x="398064" y="490220"/>
                </a:lnTo>
                <a:close/>
              </a:path>
              <a:path w="720090" h="828040">
                <a:moveTo>
                  <a:pt x="573833" y="641350"/>
                </a:moveTo>
                <a:lnTo>
                  <a:pt x="375359" y="641350"/>
                </a:lnTo>
                <a:lnTo>
                  <a:pt x="378846" y="640080"/>
                </a:lnTo>
                <a:lnTo>
                  <a:pt x="385749" y="638810"/>
                </a:lnTo>
                <a:lnTo>
                  <a:pt x="389101" y="638810"/>
                </a:lnTo>
                <a:lnTo>
                  <a:pt x="395604" y="635000"/>
                </a:lnTo>
                <a:lnTo>
                  <a:pt x="422706" y="604520"/>
                </a:lnTo>
                <a:lnTo>
                  <a:pt x="425439" y="590550"/>
                </a:lnTo>
                <a:lnTo>
                  <a:pt x="425439" y="574040"/>
                </a:lnTo>
                <a:lnTo>
                  <a:pt x="619634" y="574040"/>
                </a:lnTo>
                <a:lnTo>
                  <a:pt x="612442" y="586740"/>
                </a:lnTo>
                <a:lnTo>
                  <a:pt x="585697" y="626110"/>
                </a:lnTo>
                <a:lnTo>
                  <a:pt x="573833" y="641350"/>
                </a:lnTo>
                <a:close/>
              </a:path>
            </a:pathLst>
          </a:custGeom>
          <a:solidFill>
            <a:srgbClr val="003873"/>
          </a:solidFill>
        </p:spPr>
        <p:txBody>
          <a:bodyPr wrap="square" lIns="0" tIns="0" rIns="0" bIns="0" rtlCol="0"/>
          <a:lstStyle/>
          <a:p>
            <a:endParaRPr/>
          </a:p>
        </p:txBody>
      </p:sp>
      <p:sp>
        <p:nvSpPr>
          <p:cNvPr id="7" name="TextBox 6">
            <a:extLst>
              <a:ext uri="{FF2B5EF4-FFF2-40B4-BE49-F238E27FC236}">
                <a16:creationId xmlns:a16="http://schemas.microsoft.com/office/drawing/2014/main" id="{57BAB1FE-2467-A2F5-EB3E-7E23C31367C3}"/>
              </a:ext>
            </a:extLst>
          </p:cNvPr>
          <p:cNvSpPr txBox="1"/>
          <p:nvPr/>
        </p:nvSpPr>
        <p:spPr>
          <a:xfrm>
            <a:off x="4724400" y="546678"/>
            <a:ext cx="9906000" cy="1015663"/>
          </a:xfrm>
          <a:prstGeom prst="rect">
            <a:avLst/>
          </a:prstGeom>
          <a:noFill/>
        </p:spPr>
        <p:txBody>
          <a:bodyPr wrap="square" rtlCol="0">
            <a:spAutoFit/>
          </a:bodyPr>
          <a:lstStyle/>
          <a:p>
            <a:r>
              <a:rPr lang="en-IN" sz="6000" b="1" u="sng" dirty="0">
                <a:solidFill>
                  <a:schemeClr val="bg1"/>
                </a:solidFill>
                <a:latin typeface="Arial" panose="020B0604020202020204" pitchFamily="34" charset="0"/>
                <a:cs typeface="Arial" panose="020B0604020202020204" pitchFamily="34" charset="0"/>
              </a:rPr>
              <a:t>Findings  of hypothesis </a:t>
            </a:r>
          </a:p>
        </p:txBody>
      </p:sp>
      <p:sp>
        <p:nvSpPr>
          <p:cNvPr id="8" name="TextBox 7">
            <a:extLst>
              <a:ext uri="{FF2B5EF4-FFF2-40B4-BE49-F238E27FC236}">
                <a16:creationId xmlns:a16="http://schemas.microsoft.com/office/drawing/2014/main" id="{8617E8E8-536F-6CA8-5C24-68ECF85EEF2D}"/>
              </a:ext>
            </a:extLst>
          </p:cNvPr>
          <p:cNvSpPr txBox="1"/>
          <p:nvPr/>
        </p:nvSpPr>
        <p:spPr>
          <a:xfrm>
            <a:off x="533400" y="2324100"/>
            <a:ext cx="9067800" cy="8125301"/>
          </a:xfrm>
          <a:prstGeom prst="rect">
            <a:avLst/>
          </a:prstGeom>
          <a:noFill/>
        </p:spPr>
        <p:txBody>
          <a:bodyPr wrap="square" rtlCol="0">
            <a:spAutoFit/>
          </a:bodyPr>
          <a:lstStyle/>
          <a:p>
            <a:pPr algn="just"/>
            <a:r>
              <a:rPr lang="en-IN" sz="3600" b="1" i="0" u="sng" strike="noStrike" baseline="0" dirty="0">
                <a:solidFill>
                  <a:schemeClr val="accent6"/>
                </a:solidFill>
                <a:latin typeface="Times New Roman" panose="02020603050405020304" pitchFamily="18" charset="0"/>
              </a:rPr>
              <a:t>Hypothesis: 1 </a:t>
            </a:r>
            <a:endParaRPr lang="en-IN" sz="3600" b="0" i="0" u="sng" strike="noStrike" baseline="0" dirty="0">
              <a:solidFill>
                <a:schemeClr val="accent6"/>
              </a:solidFill>
              <a:latin typeface="Times New Roman" panose="02020603050405020304" pitchFamily="18" charset="0"/>
            </a:endParaRPr>
          </a:p>
          <a:p>
            <a:pPr algn="just"/>
            <a:r>
              <a:rPr lang="en-US" sz="3600" b="1" i="0" u="none" strike="noStrike" baseline="0" dirty="0">
                <a:solidFill>
                  <a:srgbClr val="000000"/>
                </a:solidFill>
                <a:latin typeface="Times New Roman" panose="02020603050405020304" pitchFamily="18" charset="0"/>
              </a:rPr>
              <a:t>Null: </a:t>
            </a:r>
            <a:r>
              <a:rPr lang="en-US" sz="3600" b="0" i="0" u="none" strike="noStrike" baseline="0" dirty="0">
                <a:solidFill>
                  <a:srgbClr val="000000"/>
                </a:solidFill>
                <a:latin typeface="Times New Roman" panose="02020603050405020304" pitchFamily="18" charset="0"/>
              </a:rPr>
              <a:t>Technology do not find solution of the problem. </a:t>
            </a:r>
          </a:p>
          <a:p>
            <a:pPr algn="just"/>
            <a:r>
              <a:rPr lang="en-US" sz="3600" b="1" i="0" u="none" strike="noStrike" baseline="0" dirty="0">
                <a:solidFill>
                  <a:srgbClr val="000000"/>
                </a:solidFill>
                <a:latin typeface="Times New Roman" panose="02020603050405020304" pitchFamily="18" charset="0"/>
              </a:rPr>
              <a:t>Alternate: </a:t>
            </a:r>
            <a:r>
              <a:rPr lang="en-US" sz="3600" b="0" i="0" u="none" strike="noStrike" baseline="0" dirty="0">
                <a:solidFill>
                  <a:srgbClr val="000000"/>
                </a:solidFill>
                <a:latin typeface="Times New Roman" panose="02020603050405020304" pitchFamily="18" charset="0"/>
              </a:rPr>
              <a:t>Technology find the solution of the problem.</a:t>
            </a:r>
          </a:p>
          <a:p>
            <a:pPr algn="just"/>
            <a:r>
              <a:rPr lang="en-US" sz="3600" b="1" dirty="0">
                <a:solidFill>
                  <a:srgbClr val="000000"/>
                </a:solidFill>
                <a:latin typeface="Times New Roman" panose="02020603050405020304" pitchFamily="18" charset="0"/>
              </a:rPr>
              <a:t>Findings </a:t>
            </a:r>
            <a:r>
              <a:rPr lang="en-US" sz="3600" b="1" i="0" u="none" strike="noStrike" baseline="0" dirty="0">
                <a:solidFill>
                  <a:srgbClr val="000000"/>
                </a:solidFill>
                <a:latin typeface="Times New Roman" panose="02020603050405020304" pitchFamily="18" charset="0"/>
              </a:rPr>
              <a:t> : </a:t>
            </a:r>
            <a:r>
              <a:rPr lang="en-US" sz="3600" b="0" i="0" u="none" strike="noStrike" baseline="0" dirty="0">
                <a:solidFill>
                  <a:srgbClr val="000000"/>
                </a:solidFill>
                <a:latin typeface="Times New Roman" panose="02020603050405020304" pitchFamily="18" charset="0"/>
              </a:rPr>
              <a:t>To study how technology affect on economy does it finds any solution the responses from the people’s  when they ask The question to the students that use of technology better in learnings than 65 students say yes and agree with the statements and 6 students say no 	</a:t>
            </a:r>
          </a:p>
          <a:p>
            <a:pPr algn="just"/>
            <a:r>
              <a:rPr lang="en-US" sz="3600" b="0" i="0" u="none" strike="noStrike" baseline="0" dirty="0">
                <a:solidFill>
                  <a:srgbClr val="000000"/>
                </a:solidFill>
                <a:latin typeface="Times New Roman" panose="02020603050405020304" pitchFamily="18" charset="0"/>
              </a:rPr>
              <a:t>	</a:t>
            </a:r>
          </a:p>
          <a:p>
            <a:pPr algn="just"/>
            <a:endParaRPr lang="en-US" sz="3600" b="1" i="0" u="none" strike="noStrike" baseline="0" dirty="0">
              <a:solidFill>
                <a:srgbClr val="000000"/>
              </a:solidFill>
              <a:latin typeface="Times New Roman" panose="02020603050405020304" pitchFamily="18" charset="0"/>
            </a:endParaRPr>
          </a:p>
          <a:p>
            <a:endParaRPr lang="en-IN" b="1" dirty="0"/>
          </a:p>
        </p:txBody>
      </p:sp>
      <p:graphicFrame>
        <p:nvGraphicFramePr>
          <p:cNvPr id="10" name="Chart 9">
            <a:extLst>
              <a:ext uri="{FF2B5EF4-FFF2-40B4-BE49-F238E27FC236}">
                <a16:creationId xmlns:a16="http://schemas.microsoft.com/office/drawing/2014/main" id="{34AF587E-A237-F8A8-E386-1DC84CC5DD6D}"/>
              </a:ext>
            </a:extLst>
          </p:cNvPr>
          <p:cNvGraphicFramePr/>
          <p:nvPr>
            <p:extLst>
              <p:ext uri="{D42A27DB-BD31-4B8C-83A1-F6EECF244321}">
                <p14:modId xmlns:p14="http://schemas.microsoft.com/office/powerpoint/2010/main" val="4105202020"/>
              </p:ext>
            </p:extLst>
          </p:nvPr>
        </p:nvGraphicFramePr>
        <p:xfrm>
          <a:off x="10515600" y="2476500"/>
          <a:ext cx="6973590" cy="6629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5191177"/>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8D3CF8-FF4A-4920-0881-DD420199E20E}"/>
              </a:ext>
            </a:extLst>
          </p:cNvPr>
          <p:cNvSpPr/>
          <p:nvPr/>
        </p:nvSpPr>
        <p:spPr>
          <a:xfrm>
            <a:off x="304800" y="419100"/>
            <a:ext cx="17678400" cy="14478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708E22BF-5AAF-DDB0-A864-BC20EA771FDF}"/>
              </a:ext>
            </a:extLst>
          </p:cNvPr>
          <p:cNvSpPr/>
          <p:nvPr/>
        </p:nvSpPr>
        <p:spPr>
          <a:xfrm>
            <a:off x="533400" y="483010"/>
            <a:ext cx="1295400" cy="11430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A6D85719-1E83-9E5E-C4D6-9004C82033F9}"/>
              </a:ext>
            </a:extLst>
          </p:cNvPr>
          <p:cNvSpPr/>
          <p:nvPr/>
        </p:nvSpPr>
        <p:spPr>
          <a:xfrm>
            <a:off x="16459200" y="571500"/>
            <a:ext cx="1295400" cy="11430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19">
            <a:extLst>
              <a:ext uri="{FF2B5EF4-FFF2-40B4-BE49-F238E27FC236}">
                <a16:creationId xmlns:a16="http://schemas.microsoft.com/office/drawing/2014/main" id="{DC3B6D57-5517-8FF5-AC2C-58C538C743B2}"/>
              </a:ext>
            </a:extLst>
          </p:cNvPr>
          <p:cNvSpPr/>
          <p:nvPr/>
        </p:nvSpPr>
        <p:spPr>
          <a:xfrm>
            <a:off x="798810" y="714559"/>
            <a:ext cx="720090" cy="828040"/>
          </a:xfrm>
          <a:custGeom>
            <a:avLst/>
            <a:gdLst/>
            <a:ahLst/>
            <a:cxnLst/>
            <a:rect l="l" t="t" r="r" b="b"/>
            <a:pathLst>
              <a:path w="720090" h="828040">
                <a:moveTo>
                  <a:pt x="360005" y="828040"/>
                </a:moveTo>
                <a:lnTo>
                  <a:pt x="309936" y="796290"/>
                </a:lnTo>
                <a:lnTo>
                  <a:pt x="269531" y="765810"/>
                </a:lnTo>
                <a:lnTo>
                  <a:pt x="231674" y="734060"/>
                </a:lnTo>
                <a:lnTo>
                  <a:pt x="196457" y="699770"/>
                </a:lnTo>
                <a:lnTo>
                  <a:pt x="163972" y="664210"/>
                </a:lnTo>
                <a:lnTo>
                  <a:pt x="134311" y="626110"/>
                </a:lnTo>
                <a:lnTo>
                  <a:pt x="107567" y="586740"/>
                </a:lnTo>
                <a:lnTo>
                  <a:pt x="83831" y="544830"/>
                </a:lnTo>
                <a:lnTo>
                  <a:pt x="63197" y="502920"/>
                </a:lnTo>
                <a:lnTo>
                  <a:pt x="45755" y="458470"/>
                </a:lnTo>
                <a:lnTo>
                  <a:pt x="31599" y="414020"/>
                </a:lnTo>
                <a:lnTo>
                  <a:pt x="20821" y="368300"/>
                </a:lnTo>
                <a:lnTo>
                  <a:pt x="13512" y="321310"/>
                </a:lnTo>
                <a:lnTo>
                  <a:pt x="0" y="207010"/>
                </a:lnTo>
                <a:lnTo>
                  <a:pt x="144169" y="148590"/>
                </a:lnTo>
                <a:lnTo>
                  <a:pt x="186043" y="130810"/>
                </a:lnTo>
                <a:lnTo>
                  <a:pt x="225798" y="107950"/>
                </a:lnTo>
                <a:lnTo>
                  <a:pt x="263436" y="82550"/>
                </a:lnTo>
                <a:lnTo>
                  <a:pt x="298954" y="54610"/>
                </a:lnTo>
                <a:lnTo>
                  <a:pt x="360003" y="0"/>
                </a:lnTo>
                <a:lnTo>
                  <a:pt x="421054" y="54610"/>
                </a:lnTo>
                <a:lnTo>
                  <a:pt x="456573" y="82550"/>
                </a:lnTo>
                <a:lnTo>
                  <a:pt x="494211" y="107950"/>
                </a:lnTo>
                <a:lnTo>
                  <a:pt x="533966" y="130810"/>
                </a:lnTo>
                <a:lnTo>
                  <a:pt x="575840" y="148590"/>
                </a:lnTo>
                <a:lnTo>
                  <a:pt x="701204" y="199390"/>
                </a:lnTo>
                <a:lnTo>
                  <a:pt x="348391" y="199390"/>
                </a:lnTo>
                <a:lnTo>
                  <a:pt x="348391" y="240030"/>
                </a:lnTo>
                <a:lnTo>
                  <a:pt x="716105" y="240030"/>
                </a:lnTo>
                <a:lnTo>
                  <a:pt x="714604" y="252730"/>
                </a:lnTo>
                <a:lnTo>
                  <a:pt x="219668" y="252730"/>
                </a:lnTo>
                <a:lnTo>
                  <a:pt x="200720" y="271780"/>
                </a:lnTo>
                <a:lnTo>
                  <a:pt x="229142" y="299720"/>
                </a:lnTo>
                <a:lnTo>
                  <a:pt x="278032" y="299720"/>
                </a:lnTo>
                <a:lnTo>
                  <a:pt x="273257" y="303530"/>
                </a:lnTo>
                <a:lnTo>
                  <a:pt x="249792" y="335280"/>
                </a:lnTo>
                <a:lnTo>
                  <a:pt x="246854" y="340360"/>
                </a:lnTo>
                <a:lnTo>
                  <a:pt x="244216" y="346710"/>
                </a:lnTo>
                <a:lnTo>
                  <a:pt x="241877" y="351790"/>
                </a:lnTo>
                <a:lnTo>
                  <a:pt x="239850" y="358140"/>
                </a:lnTo>
                <a:lnTo>
                  <a:pt x="238145" y="364490"/>
                </a:lnTo>
                <a:lnTo>
                  <a:pt x="236762" y="370840"/>
                </a:lnTo>
                <a:lnTo>
                  <a:pt x="236338" y="373380"/>
                </a:lnTo>
                <a:lnTo>
                  <a:pt x="160796" y="373380"/>
                </a:lnTo>
                <a:lnTo>
                  <a:pt x="160796" y="400050"/>
                </a:lnTo>
                <a:lnTo>
                  <a:pt x="234605" y="400050"/>
                </a:lnTo>
                <a:lnTo>
                  <a:pt x="234763" y="403860"/>
                </a:lnTo>
                <a:lnTo>
                  <a:pt x="243197" y="440690"/>
                </a:lnTo>
                <a:lnTo>
                  <a:pt x="245709" y="447040"/>
                </a:lnTo>
                <a:lnTo>
                  <a:pt x="248530" y="453390"/>
                </a:lnTo>
                <a:lnTo>
                  <a:pt x="251646" y="458470"/>
                </a:lnTo>
                <a:lnTo>
                  <a:pt x="255040" y="464820"/>
                </a:lnTo>
                <a:lnTo>
                  <a:pt x="258714" y="469900"/>
                </a:lnTo>
                <a:lnTo>
                  <a:pt x="262665" y="474980"/>
                </a:lnTo>
                <a:lnTo>
                  <a:pt x="266874" y="480060"/>
                </a:lnTo>
                <a:lnTo>
                  <a:pt x="271318" y="483870"/>
                </a:lnTo>
                <a:lnTo>
                  <a:pt x="275999" y="488950"/>
                </a:lnTo>
                <a:lnTo>
                  <a:pt x="286489" y="497840"/>
                </a:lnTo>
                <a:lnTo>
                  <a:pt x="290782" y="504190"/>
                </a:lnTo>
                <a:lnTo>
                  <a:pt x="296808" y="516890"/>
                </a:lnTo>
                <a:lnTo>
                  <a:pt x="298258" y="524510"/>
                </a:lnTo>
                <a:lnTo>
                  <a:pt x="298142" y="547370"/>
                </a:lnTo>
                <a:lnTo>
                  <a:pt x="634739" y="547370"/>
                </a:lnTo>
                <a:lnTo>
                  <a:pt x="619634" y="574040"/>
                </a:lnTo>
                <a:lnTo>
                  <a:pt x="298142" y="574040"/>
                </a:lnTo>
                <a:lnTo>
                  <a:pt x="298142" y="590550"/>
                </a:lnTo>
                <a:lnTo>
                  <a:pt x="316330" y="627380"/>
                </a:lnTo>
                <a:lnTo>
                  <a:pt x="327978" y="635000"/>
                </a:lnTo>
                <a:lnTo>
                  <a:pt x="334481" y="638810"/>
                </a:lnTo>
                <a:lnTo>
                  <a:pt x="337832" y="638810"/>
                </a:lnTo>
                <a:lnTo>
                  <a:pt x="344736" y="640080"/>
                </a:lnTo>
                <a:lnTo>
                  <a:pt x="348222" y="641350"/>
                </a:lnTo>
                <a:lnTo>
                  <a:pt x="573833" y="641350"/>
                </a:lnTo>
                <a:lnTo>
                  <a:pt x="523552" y="699770"/>
                </a:lnTo>
                <a:lnTo>
                  <a:pt x="488335" y="734060"/>
                </a:lnTo>
                <a:lnTo>
                  <a:pt x="450478" y="765810"/>
                </a:lnTo>
                <a:lnTo>
                  <a:pt x="410074" y="796290"/>
                </a:lnTo>
                <a:lnTo>
                  <a:pt x="367214" y="824230"/>
                </a:lnTo>
                <a:lnTo>
                  <a:pt x="360005" y="828040"/>
                </a:lnTo>
                <a:close/>
              </a:path>
              <a:path w="720090" h="828040">
                <a:moveTo>
                  <a:pt x="716105" y="240030"/>
                </a:moveTo>
                <a:lnTo>
                  <a:pt x="375191" y="240030"/>
                </a:lnTo>
                <a:lnTo>
                  <a:pt x="375191" y="199390"/>
                </a:lnTo>
                <a:lnTo>
                  <a:pt x="701204" y="199390"/>
                </a:lnTo>
                <a:lnTo>
                  <a:pt x="720008" y="207010"/>
                </a:lnTo>
                <a:lnTo>
                  <a:pt x="716105" y="240030"/>
                </a:lnTo>
                <a:close/>
              </a:path>
              <a:path w="720090" h="828040">
                <a:moveTo>
                  <a:pt x="278032" y="299720"/>
                </a:moveTo>
                <a:lnTo>
                  <a:pt x="229142" y="299720"/>
                </a:lnTo>
                <a:lnTo>
                  <a:pt x="248091" y="281940"/>
                </a:lnTo>
                <a:lnTo>
                  <a:pt x="219668" y="252730"/>
                </a:lnTo>
                <a:lnTo>
                  <a:pt x="503915" y="252730"/>
                </a:lnTo>
                <a:lnTo>
                  <a:pt x="489086" y="267970"/>
                </a:lnTo>
                <a:lnTo>
                  <a:pt x="354828" y="267970"/>
                </a:lnTo>
                <a:lnTo>
                  <a:pt x="348362" y="269240"/>
                </a:lnTo>
                <a:lnTo>
                  <a:pt x="341930" y="269240"/>
                </a:lnTo>
                <a:lnTo>
                  <a:pt x="329205" y="271780"/>
                </a:lnTo>
                <a:lnTo>
                  <a:pt x="316852" y="276860"/>
                </a:lnTo>
                <a:lnTo>
                  <a:pt x="310826" y="278130"/>
                </a:lnTo>
                <a:lnTo>
                  <a:pt x="304934" y="281940"/>
                </a:lnTo>
                <a:lnTo>
                  <a:pt x="299205" y="284480"/>
                </a:lnTo>
                <a:lnTo>
                  <a:pt x="293640" y="288290"/>
                </a:lnTo>
                <a:lnTo>
                  <a:pt x="288237" y="290830"/>
                </a:lnTo>
                <a:lnTo>
                  <a:pt x="283025" y="295910"/>
                </a:lnTo>
                <a:lnTo>
                  <a:pt x="278032" y="299720"/>
                </a:lnTo>
                <a:close/>
              </a:path>
              <a:path w="720090" h="828040">
                <a:moveTo>
                  <a:pt x="709049" y="299720"/>
                </a:moveTo>
                <a:lnTo>
                  <a:pt x="494440" y="299720"/>
                </a:lnTo>
                <a:lnTo>
                  <a:pt x="522862" y="271780"/>
                </a:lnTo>
                <a:lnTo>
                  <a:pt x="503915" y="252730"/>
                </a:lnTo>
                <a:lnTo>
                  <a:pt x="714604" y="252730"/>
                </a:lnTo>
                <a:lnTo>
                  <a:pt x="709049" y="299720"/>
                </a:lnTo>
                <a:close/>
              </a:path>
              <a:path w="720090" h="828040">
                <a:moveTo>
                  <a:pt x="634739" y="547370"/>
                </a:moveTo>
                <a:lnTo>
                  <a:pt x="425439" y="547370"/>
                </a:lnTo>
                <a:lnTo>
                  <a:pt x="425408" y="524510"/>
                </a:lnTo>
                <a:lnTo>
                  <a:pt x="426960" y="516890"/>
                </a:lnTo>
                <a:lnTo>
                  <a:pt x="433229" y="502920"/>
                </a:lnTo>
                <a:lnTo>
                  <a:pt x="437652" y="497840"/>
                </a:lnTo>
                <a:lnTo>
                  <a:pt x="443367" y="492760"/>
                </a:lnTo>
                <a:lnTo>
                  <a:pt x="448253" y="487680"/>
                </a:lnTo>
                <a:lnTo>
                  <a:pt x="475462" y="452120"/>
                </a:lnTo>
                <a:lnTo>
                  <a:pt x="478241" y="445770"/>
                </a:lnTo>
                <a:lnTo>
                  <a:pt x="480710" y="440690"/>
                </a:lnTo>
                <a:lnTo>
                  <a:pt x="488869" y="402590"/>
                </a:lnTo>
                <a:lnTo>
                  <a:pt x="488994" y="391160"/>
                </a:lnTo>
                <a:lnTo>
                  <a:pt x="488882" y="388620"/>
                </a:lnTo>
                <a:lnTo>
                  <a:pt x="479007" y="345440"/>
                </a:lnTo>
                <a:lnTo>
                  <a:pt x="473346" y="334010"/>
                </a:lnTo>
                <a:lnTo>
                  <a:pt x="470067" y="327660"/>
                </a:lnTo>
                <a:lnTo>
                  <a:pt x="449658" y="303530"/>
                </a:lnTo>
                <a:lnTo>
                  <a:pt x="444852" y="298450"/>
                </a:lnTo>
                <a:lnTo>
                  <a:pt x="439829" y="294640"/>
                </a:lnTo>
                <a:lnTo>
                  <a:pt x="434590" y="290830"/>
                </a:lnTo>
                <a:lnTo>
                  <a:pt x="429161" y="287020"/>
                </a:lnTo>
                <a:lnTo>
                  <a:pt x="423571" y="284480"/>
                </a:lnTo>
                <a:lnTo>
                  <a:pt x="417820" y="280670"/>
                </a:lnTo>
                <a:lnTo>
                  <a:pt x="405866" y="275590"/>
                </a:lnTo>
                <a:lnTo>
                  <a:pt x="399725" y="274320"/>
                </a:lnTo>
                <a:lnTo>
                  <a:pt x="393485" y="271780"/>
                </a:lnTo>
                <a:lnTo>
                  <a:pt x="380741" y="269240"/>
                </a:lnTo>
                <a:lnTo>
                  <a:pt x="374303" y="269240"/>
                </a:lnTo>
                <a:lnTo>
                  <a:pt x="367833" y="267970"/>
                </a:lnTo>
                <a:lnTo>
                  <a:pt x="489086" y="267970"/>
                </a:lnTo>
                <a:lnTo>
                  <a:pt x="475492" y="281940"/>
                </a:lnTo>
                <a:lnTo>
                  <a:pt x="494440" y="299720"/>
                </a:lnTo>
                <a:lnTo>
                  <a:pt x="709049" y="299720"/>
                </a:lnTo>
                <a:lnTo>
                  <a:pt x="706496" y="321310"/>
                </a:lnTo>
                <a:lnTo>
                  <a:pt x="699187" y="368300"/>
                </a:lnTo>
                <a:lnTo>
                  <a:pt x="697990" y="373380"/>
                </a:lnTo>
                <a:lnTo>
                  <a:pt x="522587" y="373380"/>
                </a:lnTo>
                <a:lnTo>
                  <a:pt x="522587" y="400050"/>
                </a:lnTo>
                <a:lnTo>
                  <a:pt x="691702" y="400050"/>
                </a:lnTo>
                <a:lnTo>
                  <a:pt x="688409" y="414020"/>
                </a:lnTo>
                <a:lnTo>
                  <a:pt x="674253" y="458470"/>
                </a:lnTo>
                <a:lnTo>
                  <a:pt x="656812" y="502920"/>
                </a:lnTo>
                <a:lnTo>
                  <a:pt x="636177" y="544830"/>
                </a:lnTo>
                <a:lnTo>
                  <a:pt x="634739" y="547370"/>
                </a:lnTo>
                <a:close/>
              </a:path>
              <a:path w="720090" h="828040">
                <a:moveTo>
                  <a:pt x="234605" y="400050"/>
                </a:moveTo>
                <a:lnTo>
                  <a:pt x="200995" y="400050"/>
                </a:lnTo>
                <a:lnTo>
                  <a:pt x="200995" y="373380"/>
                </a:lnTo>
                <a:lnTo>
                  <a:pt x="236338" y="373380"/>
                </a:lnTo>
                <a:lnTo>
                  <a:pt x="235703" y="377190"/>
                </a:lnTo>
                <a:lnTo>
                  <a:pt x="234970" y="383540"/>
                </a:lnTo>
                <a:lnTo>
                  <a:pt x="234649" y="388620"/>
                </a:lnTo>
                <a:lnTo>
                  <a:pt x="234523" y="394970"/>
                </a:lnTo>
                <a:lnTo>
                  <a:pt x="234605" y="400050"/>
                </a:lnTo>
                <a:close/>
              </a:path>
              <a:path w="720090" h="828040">
                <a:moveTo>
                  <a:pt x="691702" y="400050"/>
                </a:moveTo>
                <a:lnTo>
                  <a:pt x="562786" y="400050"/>
                </a:lnTo>
                <a:lnTo>
                  <a:pt x="562786" y="373380"/>
                </a:lnTo>
                <a:lnTo>
                  <a:pt x="697990" y="373380"/>
                </a:lnTo>
                <a:lnTo>
                  <a:pt x="691702" y="400050"/>
                </a:lnTo>
                <a:close/>
              </a:path>
              <a:path w="720090" h="828040">
                <a:moveTo>
                  <a:pt x="375191" y="547370"/>
                </a:moveTo>
                <a:lnTo>
                  <a:pt x="348391" y="547370"/>
                </a:lnTo>
                <a:lnTo>
                  <a:pt x="348391" y="500380"/>
                </a:lnTo>
                <a:lnTo>
                  <a:pt x="290913" y="454660"/>
                </a:lnTo>
                <a:lnTo>
                  <a:pt x="287483" y="449580"/>
                </a:lnTo>
                <a:lnTo>
                  <a:pt x="282593" y="439420"/>
                </a:lnTo>
                <a:lnTo>
                  <a:pt x="281378" y="434340"/>
                </a:lnTo>
                <a:lnTo>
                  <a:pt x="281398" y="419100"/>
                </a:lnTo>
                <a:lnTo>
                  <a:pt x="282344" y="414020"/>
                </a:lnTo>
                <a:lnTo>
                  <a:pt x="286116" y="405130"/>
                </a:lnTo>
                <a:lnTo>
                  <a:pt x="288800" y="401320"/>
                </a:lnTo>
                <a:lnTo>
                  <a:pt x="295763" y="394970"/>
                </a:lnTo>
                <a:lnTo>
                  <a:pt x="299777" y="391160"/>
                </a:lnTo>
                <a:lnTo>
                  <a:pt x="308871" y="387350"/>
                </a:lnTo>
                <a:lnTo>
                  <a:pt x="328495" y="387350"/>
                </a:lnTo>
                <a:lnTo>
                  <a:pt x="334339" y="388620"/>
                </a:lnTo>
                <a:lnTo>
                  <a:pt x="345292" y="393700"/>
                </a:lnTo>
                <a:lnTo>
                  <a:pt x="349751" y="398780"/>
                </a:lnTo>
                <a:lnTo>
                  <a:pt x="354150" y="405130"/>
                </a:lnTo>
                <a:lnTo>
                  <a:pt x="355391" y="406400"/>
                </a:lnTo>
                <a:lnTo>
                  <a:pt x="358437" y="407670"/>
                </a:lnTo>
                <a:lnTo>
                  <a:pt x="438543" y="407670"/>
                </a:lnTo>
                <a:lnTo>
                  <a:pt x="441238" y="414020"/>
                </a:lnTo>
                <a:lnTo>
                  <a:pt x="315676" y="414020"/>
                </a:lnTo>
                <a:lnTo>
                  <a:pt x="313241" y="415290"/>
                </a:lnTo>
                <a:lnTo>
                  <a:pt x="309205" y="419100"/>
                </a:lnTo>
                <a:lnTo>
                  <a:pt x="308195" y="421640"/>
                </a:lnTo>
                <a:lnTo>
                  <a:pt x="308185" y="431800"/>
                </a:lnTo>
                <a:lnTo>
                  <a:pt x="309480" y="435610"/>
                </a:lnTo>
                <a:lnTo>
                  <a:pt x="373518" y="486410"/>
                </a:lnTo>
                <a:lnTo>
                  <a:pt x="375193" y="490220"/>
                </a:lnTo>
                <a:lnTo>
                  <a:pt x="375191" y="547370"/>
                </a:lnTo>
                <a:close/>
              </a:path>
              <a:path w="720090" h="828040">
                <a:moveTo>
                  <a:pt x="438543" y="407670"/>
                </a:moveTo>
                <a:lnTo>
                  <a:pt x="365142" y="407670"/>
                </a:lnTo>
                <a:lnTo>
                  <a:pt x="368189" y="406400"/>
                </a:lnTo>
                <a:lnTo>
                  <a:pt x="369430" y="405130"/>
                </a:lnTo>
                <a:lnTo>
                  <a:pt x="373829" y="398780"/>
                </a:lnTo>
                <a:lnTo>
                  <a:pt x="378287" y="393700"/>
                </a:lnTo>
                <a:lnTo>
                  <a:pt x="389241" y="388620"/>
                </a:lnTo>
                <a:lnTo>
                  <a:pt x="395085" y="387350"/>
                </a:lnTo>
                <a:lnTo>
                  <a:pt x="414710" y="387350"/>
                </a:lnTo>
                <a:lnTo>
                  <a:pt x="423805" y="391160"/>
                </a:lnTo>
                <a:lnTo>
                  <a:pt x="427819" y="394970"/>
                </a:lnTo>
                <a:lnTo>
                  <a:pt x="434782" y="401320"/>
                </a:lnTo>
                <a:lnTo>
                  <a:pt x="437466" y="405130"/>
                </a:lnTo>
                <a:lnTo>
                  <a:pt x="438543" y="407670"/>
                </a:lnTo>
                <a:close/>
              </a:path>
              <a:path w="720090" h="828040">
                <a:moveTo>
                  <a:pt x="367856" y="434340"/>
                </a:moveTo>
                <a:lnTo>
                  <a:pt x="355722" y="434340"/>
                </a:lnTo>
                <a:lnTo>
                  <a:pt x="349794" y="433070"/>
                </a:lnTo>
                <a:lnTo>
                  <a:pt x="346964" y="431800"/>
                </a:lnTo>
                <a:lnTo>
                  <a:pt x="341575" y="429260"/>
                </a:lnTo>
                <a:lnTo>
                  <a:pt x="339096" y="426720"/>
                </a:lnTo>
                <a:lnTo>
                  <a:pt x="334571" y="422910"/>
                </a:lnTo>
                <a:lnTo>
                  <a:pt x="332592" y="420370"/>
                </a:lnTo>
                <a:lnTo>
                  <a:pt x="328849" y="415290"/>
                </a:lnTo>
                <a:lnTo>
                  <a:pt x="325979" y="414020"/>
                </a:lnTo>
                <a:lnTo>
                  <a:pt x="397600" y="414020"/>
                </a:lnTo>
                <a:lnTo>
                  <a:pt x="394730" y="415290"/>
                </a:lnTo>
                <a:lnTo>
                  <a:pt x="390990" y="420370"/>
                </a:lnTo>
                <a:lnTo>
                  <a:pt x="389010" y="422910"/>
                </a:lnTo>
                <a:lnTo>
                  <a:pt x="384483" y="426720"/>
                </a:lnTo>
                <a:lnTo>
                  <a:pt x="382004" y="429260"/>
                </a:lnTo>
                <a:lnTo>
                  <a:pt x="376615" y="431800"/>
                </a:lnTo>
                <a:lnTo>
                  <a:pt x="373785" y="433070"/>
                </a:lnTo>
                <a:lnTo>
                  <a:pt x="367856" y="434340"/>
                </a:lnTo>
                <a:close/>
              </a:path>
              <a:path w="720090" h="828040">
                <a:moveTo>
                  <a:pt x="398064" y="490220"/>
                </a:moveTo>
                <a:lnTo>
                  <a:pt x="379117" y="471170"/>
                </a:lnTo>
                <a:lnTo>
                  <a:pt x="414391" y="435610"/>
                </a:lnTo>
                <a:lnTo>
                  <a:pt x="415399" y="433070"/>
                </a:lnTo>
                <a:lnTo>
                  <a:pt x="415387" y="421640"/>
                </a:lnTo>
                <a:lnTo>
                  <a:pt x="414377" y="419100"/>
                </a:lnTo>
                <a:lnTo>
                  <a:pt x="410341" y="415290"/>
                </a:lnTo>
                <a:lnTo>
                  <a:pt x="407906" y="414020"/>
                </a:lnTo>
                <a:lnTo>
                  <a:pt x="441238" y="414020"/>
                </a:lnTo>
                <a:lnTo>
                  <a:pt x="442184" y="419100"/>
                </a:lnTo>
                <a:lnTo>
                  <a:pt x="442078" y="431800"/>
                </a:lnTo>
                <a:lnTo>
                  <a:pt x="441525" y="438150"/>
                </a:lnTo>
                <a:lnTo>
                  <a:pt x="439494" y="444500"/>
                </a:lnTo>
                <a:lnTo>
                  <a:pt x="436094" y="450850"/>
                </a:lnTo>
                <a:lnTo>
                  <a:pt x="431327" y="457200"/>
                </a:lnTo>
                <a:lnTo>
                  <a:pt x="398064" y="490220"/>
                </a:lnTo>
                <a:close/>
              </a:path>
              <a:path w="720090" h="828040">
                <a:moveTo>
                  <a:pt x="573833" y="641350"/>
                </a:moveTo>
                <a:lnTo>
                  <a:pt x="375359" y="641350"/>
                </a:lnTo>
                <a:lnTo>
                  <a:pt x="378846" y="640080"/>
                </a:lnTo>
                <a:lnTo>
                  <a:pt x="385749" y="638810"/>
                </a:lnTo>
                <a:lnTo>
                  <a:pt x="389101" y="638810"/>
                </a:lnTo>
                <a:lnTo>
                  <a:pt x="395604" y="635000"/>
                </a:lnTo>
                <a:lnTo>
                  <a:pt x="422706" y="604520"/>
                </a:lnTo>
                <a:lnTo>
                  <a:pt x="425439" y="590550"/>
                </a:lnTo>
                <a:lnTo>
                  <a:pt x="425439" y="574040"/>
                </a:lnTo>
                <a:lnTo>
                  <a:pt x="619634" y="574040"/>
                </a:lnTo>
                <a:lnTo>
                  <a:pt x="612442" y="586740"/>
                </a:lnTo>
                <a:lnTo>
                  <a:pt x="585697" y="626110"/>
                </a:lnTo>
                <a:lnTo>
                  <a:pt x="573833" y="641350"/>
                </a:lnTo>
                <a:close/>
              </a:path>
            </a:pathLst>
          </a:custGeom>
          <a:solidFill>
            <a:srgbClr val="003873"/>
          </a:solidFill>
        </p:spPr>
        <p:txBody>
          <a:bodyPr wrap="square" lIns="0" tIns="0" rIns="0" bIns="0" rtlCol="0"/>
          <a:lstStyle/>
          <a:p>
            <a:endParaRPr/>
          </a:p>
        </p:txBody>
      </p:sp>
      <p:sp>
        <p:nvSpPr>
          <p:cNvPr id="6" name="object 19">
            <a:extLst>
              <a:ext uri="{FF2B5EF4-FFF2-40B4-BE49-F238E27FC236}">
                <a16:creationId xmlns:a16="http://schemas.microsoft.com/office/drawing/2014/main" id="{19B61F3E-FE64-B443-4832-1B1812964998}"/>
              </a:ext>
            </a:extLst>
          </p:cNvPr>
          <p:cNvSpPr/>
          <p:nvPr/>
        </p:nvSpPr>
        <p:spPr>
          <a:xfrm>
            <a:off x="16769100" y="728980"/>
            <a:ext cx="720090" cy="828040"/>
          </a:xfrm>
          <a:custGeom>
            <a:avLst/>
            <a:gdLst/>
            <a:ahLst/>
            <a:cxnLst/>
            <a:rect l="l" t="t" r="r" b="b"/>
            <a:pathLst>
              <a:path w="720090" h="828040">
                <a:moveTo>
                  <a:pt x="360005" y="828040"/>
                </a:moveTo>
                <a:lnTo>
                  <a:pt x="309936" y="796290"/>
                </a:lnTo>
                <a:lnTo>
                  <a:pt x="269531" y="765810"/>
                </a:lnTo>
                <a:lnTo>
                  <a:pt x="231674" y="734060"/>
                </a:lnTo>
                <a:lnTo>
                  <a:pt x="196457" y="699770"/>
                </a:lnTo>
                <a:lnTo>
                  <a:pt x="163972" y="664210"/>
                </a:lnTo>
                <a:lnTo>
                  <a:pt x="134311" y="626110"/>
                </a:lnTo>
                <a:lnTo>
                  <a:pt x="107567" y="586740"/>
                </a:lnTo>
                <a:lnTo>
                  <a:pt x="83831" y="544830"/>
                </a:lnTo>
                <a:lnTo>
                  <a:pt x="63197" y="502920"/>
                </a:lnTo>
                <a:lnTo>
                  <a:pt x="45755" y="458470"/>
                </a:lnTo>
                <a:lnTo>
                  <a:pt x="31599" y="414020"/>
                </a:lnTo>
                <a:lnTo>
                  <a:pt x="20821" y="368300"/>
                </a:lnTo>
                <a:lnTo>
                  <a:pt x="13512" y="321310"/>
                </a:lnTo>
                <a:lnTo>
                  <a:pt x="0" y="207010"/>
                </a:lnTo>
                <a:lnTo>
                  <a:pt x="144169" y="148590"/>
                </a:lnTo>
                <a:lnTo>
                  <a:pt x="186043" y="130810"/>
                </a:lnTo>
                <a:lnTo>
                  <a:pt x="225798" y="107950"/>
                </a:lnTo>
                <a:lnTo>
                  <a:pt x="263436" y="82550"/>
                </a:lnTo>
                <a:lnTo>
                  <a:pt x="298954" y="54610"/>
                </a:lnTo>
                <a:lnTo>
                  <a:pt x="360003" y="0"/>
                </a:lnTo>
                <a:lnTo>
                  <a:pt x="421054" y="54610"/>
                </a:lnTo>
                <a:lnTo>
                  <a:pt x="456573" y="82550"/>
                </a:lnTo>
                <a:lnTo>
                  <a:pt x="494211" y="107950"/>
                </a:lnTo>
                <a:lnTo>
                  <a:pt x="533966" y="130810"/>
                </a:lnTo>
                <a:lnTo>
                  <a:pt x="575840" y="148590"/>
                </a:lnTo>
                <a:lnTo>
                  <a:pt x="701204" y="199390"/>
                </a:lnTo>
                <a:lnTo>
                  <a:pt x="348391" y="199390"/>
                </a:lnTo>
                <a:lnTo>
                  <a:pt x="348391" y="240030"/>
                </a:lnTo>
                <a:lnTo>
                  <a:pt x="716105" y="240030"/>
                </a:lnTo>
                <a:lnTo>
                  <a:pt x="714604" y="252730"/>
                </a:lnTo>
                <a:lnTo>
                  <a:pt x="219668" y="252730"/>
                </a:lnTo>
                <a:lnTo>
                  <a:pt x="200720" y="271780"/>
                </a:lnTo>
                <a:lnTo>
                  <a:pt x="229142" y="299720"/>
                </a:lnTo>
                <a:lnTo>
                  <a:pt x="278032" y="299720"/>
                </a:lnTo>
                <a:lnTo>
                  <a:pt x="273257" y="303530"/>
                </a:lnTo>
                <a:lnTo>
                  <a:pt x="249792" y="335280"/>
                </a:lnTo>
                <a:lnTo>
                  <a:pt x="246854" y="340360"/>
                </a:lnTo>
                <a:lnTo>
                  <a:pt x="244216" y="346710"/>
                </a:lnTo>
                <a:lnTo>
                  <a:pt x="241877" y="351790"/>
                </a:lnTo>
                <a:lnTo>
                  <a:pt x="239850" y="358140"/>
                </a:lnTo>
                <a:lnTo>
                  <a:pt x="238145" y="364490"/>
                </a:lnTo>
                <a:lnTo>
                  <a:pt x="236762" y="370840"/>
                </a:lnTo>
                <a:lnTo>
                  <a:pt x="236338" y="373380"/>
                </a:lnTo>
                <a:lnTo>
                  <a:pt x="160796" y="373380"/>
                </a:lnTo>
                <a:lnTo>
                  <a:pt x="160796" y="400050"/>
                </a:lnTo>
                <a:lnTo>
                  <a:pt x="234605" y="400050"/>
                </a:lnTo>
                <a:lnTo>
                  <a:pt x="234763" y="403860"/>
                </a:lnTo>
                <a:lnTo>
                  <a:pt x="243197" y="440690"/>
                </a:lnTo>
                <a:lnTo>
                  <a:pt x="245709" y="447040"/>
                </a:lnTo>
                <a:lnTo>
                  <a:pt x="248530" y="453390"/>
                </a:lnTo>
                <a:lnTo>
                  <a:pt x="251646" y="458470"/>
                </a:lnTo>
                <a:lnTo>
                  <a:pt x="255040" y="464820"/>
                </a:lnTo>
                <a:lnTo>
                  <a:pt x="258714" y="469900"/>
                </a:lnTo>
                <a:lnTo>
                  <a:pt x="262665" y="474980"/>
                </a:lnTo>
                <a:lnTo>
                  <a:pt x="266874" y="480060"/>
                </a:lnTo>
                <a:lnTo>
                  <a:pt x="271318" y="483870"/>
                </a:lnTo>
                <a:lnTo>
                  <a:pt x="275999" y="488950"/>
                </a:lnTo>
                <a:lnTo>
                  <a:pt x="286489" y="497840"/>
                </a:lnTo>
                <a:lnTo>
                  <a:pt x="290782" y="504190"/>
                </a:lnTo>
                <a:lnTo>
                  <a:pt x="296808" y="516890"/>
                </a:lnTo>
                <a:lnTo>
                  <a:pt x="298258" y="524510"/>
                </a:lnTo>
                <a:lnTo>
                  <a:pt x="298142" y="547370"/>
                </a:lnTo>
                <a:lnTo>
                  <a:pt x="634739" y="547370"/>
                </a:lnTo>
                <a:lnTo>
                  <a:pt x="619634" y="574040"/>
                </a:lnTo>
                <a:lnTo>
                  <a:pt x="298142" y="574040"/>
                </a:lnTo>
                <a:lnTo>
                  <a:pt x="298142" y="590550"/>
                </a:lnTo>
                <a:lnTo>
                  <a:pt x="316330" y="627380"/>
                </a:lnTo>
                <a:lnTo>
                  <a:pt x="327978" y="635000"/>
                </a:lnTo>
                <a:lnTo>
                  <a:pt x="334481" y="638810"/>
                </a:lnTo>
                <a:lnTo>
                  <a:pt x="337832" y="638810"/>
                </a:lnTo>
                <a:lnTo>
                  <a:pt x="344736" y="640080"/>
                </a:lnTo>
                <a:lnTo>
                  <a:pt x="348222" y="641350"/>
                </a:lnTo>
                <a:lnTo>
                  <a:pt x="573833" y="641350"/>
                </a:lnTo>
                <a:lnTo>
                  <a:pt x="523552" y="699770"/>
                </a:lnTo>
                <a:lnTo>
                  <a:pt x="488335" y="734060"/>
                </a:lnTo>
                <a:lnTo>
                  <a:pt x="450478" y="765810"/>
                </a:lnTo>
                <a:lnTo>
                  <a:pt x="410074" y="796290"/>
                </a:lnTo>
                <a:lnTo>
                  <a:pt x="367214" y="824230"/>
                </a:lnTo>
                <a:lnTo>
                  <a:pt x="360005" y="828040"/>
                </a:lnTo>
                <a:close/>
              </a:path>
              <a:path w="720090" h="828040">
                <a:moveTo>
                  <a:pt x="716105" y="240030"/>
                </a:moveTo>
                <a:lnTo>
                  <a:pt x="375191" y="240030"/>
                </a:lnTo>
                <a:lnTo>
                  <a:pt x="375191" y="199390"/>
                </a:lnTo>
                <a:lnTo>
                  <a:pt x="701204" y="199390"/>
                </a:lnTo>
                <a:lnTo>
                  <a:pt x="720008" y="207010"/>
                </a:lnTo>
                <a:lnTo>
                  <a:pt x="716105" y="240030"/>
                </a:lnTo>
                <a:close/>
              </a:path>
              <a:path w="720090" h="828040">
                <a:moveTo>
                  <a:pt x="278032" y="299720"/>
                </a:moveTo>
                <a:lnTo>
                  <a:pt x="229142" y="299720"/>
                </a:lnTo>
                <a:lnTo>
                  <a:pt x="248091" y="281940"/>
                </a:lnTo>
                <a:lnTo>
                  <a:pt x="219668" y="252730"/>
                </a:lnTo>
                <a:lnTo>
                  <a:pt x="503915" y="252730"/>
                </a:lnTo>
                <a:lnTo>
                  <a:pt x="489086" y="267970"/>
                </a:lnTo>
                <a:lnTo>
                  <a:pt x="354828" y="267970"/>
                </a:lnTo>
                <a:lnTo>
                  <a:pt x="348362" y="269240"/>
                </a:lnTo>
                <a:lnTo>
                  <a:pt x="341930" y="269240"/>
                </a:lnTo>
                <a:lnTo>
                  <a:pt x="329205" y="271780"/>
                </a:lnTo>
                <a:lnTo>
                  <a:pt x="316852" y="276860"/>
                </a:lnTo>
                <a:lnTo>
                  <a:pt x="310826" y="278130"/>
                </a:lnTo>
                <a:lnTo>
                  <a:pt x="304934" y="281940"/>
                </a:lnTo>
                <a:lnTo>
                  <a:pt x="299205" y="284480"/>
                </a:lnTo>
                <a:lnTo>
                  <a:pt x="293640" y="288290"/>
                </a:lnTo>
                <a:lnTo>
                  <a:pt x="288237" y="290830"/>
                </a:lnTo>
                <a:lnTo>
                  <a:pt x="283025" y="295910"/>
                </a:lnTo>
                <a:lnTo>
                  <a:pt x="278032" y="299720"/>
                </a:lnTo>
                <a:close/>
              </a:path>
              <a:path w="720090" h="828040">
                <a:moveTo>
                  <a:pt x="709049" y="299720"/>
                </a:moveTo>
                <a:lnTo>
                  <a:pt x="494440" y="299720"/>
                </a:lnTo>
                <a:lnTo>
                  <a:pt x="522862" y="271780"/>
                </a:lnTo>
                <a:lnTo>
                  <a:pt x="503915" y="252730"/>
                </a:lnTo>
                <a:lnTo>
                  <a:pt x="714604" y="252730"/>
                </a:lnTo>
                <a:lnTo>
                  <a:pt x="709049" y="299720"/>
                </a:lnTo>
                <a:close/>
              </a:path>
              <a:path w="720090" h="828040">
                <a:moveTo>
                  <a:pt x="634739" y="547370"/>
                </a:moveTo>
                <a:lnTo>
                  <a:pt x="425439" y="547370"/>
                </a:lnTo>
                <a:lnTo>
                  <a:pt x="425408" y="524510"/>
                </a:lnTo>
                <a:lnTo>
                  <a:pt x="426960" y="516890"/>
                </a:lnTo>
                <a:lnTo>
                  <a:pt x="433229" y="502920"/>
                </a:lnTo>
                <a:lnTo>
                  <a:pt x="437652" y="497840"/>
                </a:lnTo>
                <a:lnTo>
                  <a:pt x="443367" y="492760"/>
                </a:lnTo>
                <a:lnTo>
                  <a:pt x="448253" y="487680"/>
                </a:lnTo>
                <a:lnTo>
                  <a:pt x="475462" y="452120"/>
                </a:lnTo>
                <a:lnTo>
                  <a:pt x="478241" y="445770"/>
                </a:lnTo>
                <a:lnTo>
                  <a:pt x="480710" y="440690"/>
                </a:lnTo>
                <a:lnTo>
                  <a:pt x="488869" y="402590"/>
                </a:lnTo>
                <a:lnTo>
                  <a:pt x="488994" y="391160"/>
                </a:lnTo>
                <a:lnTo>
                  <a:pt x="488882" y="388620"/>
                </a:lnTo>
                <a:lnTo>
                  <a:pt x="479007" y="345440"/>
                </a:lnTo>
                <a:lnTo>
                  <a:pt x="473346" y="334010"/>
                </a:lnTo>
                <a:lnTo>
                  <a:pt x="470067" y="327660"/>
                </a:lnTo>
                <a:lnTo>
                  <a:pt x="449658" y="303530"/>
                </a:lnTo>
                <a:lnTo>
                  <a:pt x="444852" y="298450"/>
                </a:lnTo>
                <a:lnTo>
                  <a:pt x="439829" y="294640"/>
                </a:lnTo>
                <a:lnTo>
                  <a:pt x="434590" y="290830"/>
                </a:lnTo>
                <a:lnTo>
                  <a:pt x="429161" y="287020"/>
                </a:lnTo>
                <a:lnTo>
                  <a:pt x="423571" y="284480"/>
                </a:lnTo>
                <a:lnTo>
                  <a:pt x="417820" y="280670"/>
                </a:lnTo>
                <a:lnTo>
                  <a:pt x="405866" y="275590"/>
                </a:lnTo>
                <a:lnTo>
                  <a:pt x="399725" y="274320"/>
                </a:lnTo>
                <a:lnTo>
                  <a:pt x="393485" y="271780"/>
                </a:lnTo>
                <a:lnTo>
                  <a:pt x="380741" y="269240"/>
                </a:lnTo>
                <a:lnTo>
                  <a:pt x="374303" y="269240"/>
                </a:lnTo>
                <a:lnTo>
                  <a:pt x="367833" y="267970"/>
                </a:lnTo>
                <a:lnTo>
                  <a:pt x="489086" y="267970"/>
                </a:lnTo>
                <a:lnTo>
                  <a:pt x="475492" y="281940"/>
                </a:lnTo>
                <a:lnTo>
                  <a:pt x="494440" y="299720"/>
                </a:lnTo>
                <a:lnTo>
                  <a:pt x="709049" y="299720"/>
                </a:lnTo>
                <a:lnTo>
                  <a:pt x="706496" y="321310"/>
                </a:lnTo>
                <a:lnTo>
                  <a:pt x="699187" y="368300"/>
                </a:lnTo>
                <a:lnTo>
                  <a:pt x="697990" y="373380"/>
                </a:lnTo>
                <a:lnTo>
                  <a:pt x="522587" y="373380"/>
                </a:lnTo>
                <a:lnTo>
                  <a:pt x="522587" y="400050"/>
                </a:lnTo>
                <a:lnTo>
                  <a:pt x="691702" y="400050"/>
                </a:lnTo>
                <a:lnTo>
                  <a:pt x="688409" y="414020"/>
                </a:lnTo>
                <a:lnTo>
                  <a:pt x="674253" y="458470"/>
                </a:lnTo>
                <a:lnTo>
                  <a:pt x="656812" y="502920"/>
                </a:lnTo>
                <a:lnTo>
                  <a:pt x="636177" y="544830"/>
                </a:lnTo>
                <a:lnTo>
                  <a:pt x="634739" y="547370"/>
                </a:lnTo>
                <a:close/>
              </a:path>
              <a:path w="720090" h="828040">
                <a:moveTo>
                  <a:pt x="234605" y="400050"/>
                </a:moveTo>
                <a:lnTo>
                  <a:pt x="200995" y="400050"/>
                </a:lnTo>
                <a:lnTo>
                  <a:pt x="200995" y="373380"/>
                </a:lnTo>
                <a:lnTo>
                  <a:pt x="236338" y="373380"/>
                </a:lnTo>
                <a:lnTo>
                  <a:pt x="235703" y="377190"/>
                </a:lnTo>
                <a:lnTo>
                  <a:pt x="234970" y="383540"/>
                </a:lnTo>
                <a:lnTo>
                  <a:pt x="234649" y="388620"/>
                </a:lnTo>
                <a:lnTo>
                  <a:pt x="234523" y="394970"/>
                </a:lnTo>
                <a:lnTo>
                  <a:pt x="234605" y="400050"/>
                </a:lnTo>
                <a:close/>
              </a:path>
              <a:path w="720090" h="828040">
                <a:moveTo>
                  <a:pt x="691702" y="400050"/>
                </a:moveTo>
                <a:lnTo>
                  <a:pt x="562786" y="400050"/>
                </a:lnTo>
                <a:lnTo>
                  <a:pt x="562786" y="373380"/>
                </a:lnTo>
                <a:lnTo>
                  <a:pt x="697990" y="373380"/>
                </a:lnTo>
                <a:lnTo>
                  <a:pt x="691702" y="400050"/>
                </a:lnTo>
                <a:close/>
              </a:path>
              <a:path w="720090" h="828040">
                <a:moveTo>
                  <a:pt x="375191" y="547370"/>
                </a:moveTo>
                <a:lnTo>
                  <a:pt x="348391" y="547370"/>
                </a:lnTo>
                <a:lnTo>
                  <a:pt x="348391" y="500380"/>
                </a:lnTo>
                <a:lnTo>
                  <a:pt x="290913" y="454660"/>
                </a:lnTo>
                <a:lnTo>
                  <a:pt x="287483" y="449580"/>
                </a:lnTo>
                <a:lnTo>
                  <a:pt x="282593" y="439420"/>
                </a:lnTo>
                <a:lnTo>
                  <a:pt x="281378" y="434340"/>
                </a:lnTo>
                <a:lnTo>
                  <a:pt x="281398" y="419100"/>
                </a:lnTo>
                <a:lnTo>
                  <a:pt x="282344" y="414020"/>
                </a:lnTo>
                <a:lnTo>
                  <a:pt x="286116" y="405130"/>
                </a:lnTo>
                <a:lnTo>
                  <a:pt x="288800" y="401320"/>
                </a:lnTo>
                <a:lnTo>
                  <a:pt x="295763" y="394970"/>
                </a:lnTo>
                <a:lnTo>
                  <a:pt x="299777" y="391160"/>
                </a:lnTo>
                <a:lnTo>
                  <a:pt x="308871" y="387350"/>
                </a:lnTo>
                <a:lnTo>
                  <a:pt x="328495" y="387350"/>
                </a:lnTo>
                <a:lnTo>
                  <a:pt x="334339" y="388620"/>
                </a:lnTo>
                <a:lnTo>
                  <a:pt x="345292" y="393700"/>
                </a:lnTo>
                <a:lnTo>
                  <a:pt x="349751" y="398780"/>
                </a:lnTo>
                <a:lnTo>
                  <a:pt x="354150" y="405130"/>
                </a:lnTo>
                <a:lnTo>
                  <a:pt x="355391" y="406400"/>
                </a:lnTo>
                <a:lnTo>
                  <a:pt x="358437" y="407670"/>
                </a:lnTo>
                <a:lnTo>
                  <a:pt x="438543" y="407670"/>
                </a:lnTo>
                <a:lnTo>
                  <a:pt x="441238" y="414020"/>
                </a:lnTo>
                <a:lnTo>
                  <a:pt x="315676" y="414020"/>
                </a:lnTo>
                <a:lnTo>
                  <a:pt x="313241" y="415290"/>
                </a:lnTo>
                <a:lnTo>
                  <a:pt x="309205" y="419100"/>
                </a:lnTo>
                <a:lnTo>
                  <a:pt x="308195" y="421640"/>
                </a:lnTo>
                <a:lnTo>
                  <a:pt x="308185" y="431800"/>
                </a:lnTo>
                <a:lnTo>
                  <a:pt x="309480" y="435610"/>
                </a:lnTo>
                <a:lnTo>
                  <a:pt x="373518" y="486410"/>
                </a:lnTo>
                <a:lnTo>
                  <a:pt x="375193" y="490220"/>
                </a:lnTo>
                <a:lnTo>
                  <a:pt x="375191" y="547370"/>
                </a:lnTo>
                <a:close/>
              </a:path>
              <a:path w="720090" h="828040">
                <a:moveTo>
                  <a:pt x="438543" y="407670"/>
                </a:moveTo>
                <a:lnTo>
                  <a:pt x="365142" y="407670"/>
                </a:lnTo>
                <a:lnTo>
                  <a:pt x="368189" y="406400"/>
                </a:lnTo>
                <a:lnTo>
                  <a:pt x="369430" y="405130"/>
                </a:lnTo>
                <a:lnTo>
                  <a:pt x="373829" y="398780"/>
                </a:lnTo>
                <a:lnTo>
                  <a:pt x="378287" y="393700"/>
                </a:lnTo>
                <a:lnTo>
                  <a:pt x="389241" y="388620"/>
                </a:lnTo>
                <a:lnTo>
                  <a:pt x="395085" y="387350"/>
                </a:lnTo>
                <a:lnTo>
                  <a:pt x="414710" y="387350"/>
                </a:lnTo>
                <a:lnTo>
                  <a:pt x="423805" y="391160"/>
                </a:lnTo>
                <a:lnTo>
                  <a:pt x="427819" y="394970"/>
                </a:lnTo>
                <a:lnTo>
                  <a:pt x="434782" y="401320"/>
                </a:lnTo>
                <a:lnTo>
                  <a:pt x="437466" y="405130"/>
                </a:lnTo>
                <a:lnTo>
                  <a:pt x="438543" y="407670"/>
                </a:lnTo>
                <a:close/>
              </a:path>
              <a:path w="720090" h="828040">
                <a:moveTo>
                  <a:pt x="367856" y="434340"/>
                </a:moveTo>
                <a:lnTo>
                  <a:pt x="355722" y="434340"/>
                </a:lnTo>
                <a:lnTo>
                  <a:pt x="349794" y="433070"/>
                </a:lnTo>
                <a:lnTo>
                  <a:pt x="346964" y="431800"/>
                </a:lnTo>
                <a:lnTo>
                  <a:pt x="341575" y="429260"/>
                </a:lnTo>
                <a:lnTo>
                  <a:pt x="339096" y="426720"/>
                </a:lnTo>
                <a:lnTo>
                  <a:pt x="334571" y="422910"/>
                </a:lnTo>
                <a:lnTo>
                  <a:pt x="332592" y="420370"/>
                </a:lnTo>
                <a:lnTo>
                  <a:pt x="328849" y="415290"/>
                </a:lnTo>
                <a:lnTo>
                  <a:pt x="325979" y="414020"/>
                </a:lnTo>
                <a:lnTo>
                  <a:pt x="397600" y="414020"/>
                </a:lnTo>
                <a:lnTo>
                  <a:pt x="394730" y="415290"/>
                </a:lnTo>
                <a:lnTo>
                  <a:pt x="390990" y="420370"/>
                </a:lnTo>
                <a:lnTo>
                  <a:pt x="389010" y="422910"/>
                </a:lnTo>
                <a:lnTo>
                  <a:pt x="384483" y="426720"/>
                </a:lnTo>
                <a:lnTo>
                  <a:pt x="382004" y="429260"/>
                </a:lnTo>
                <a:lnTo>
                  <a:pt x="376615" y="431800"/>
                </a:lnTo>
                <a:lnTo>
                  <a:pt x="373785" y="433070"/>
                </a:lnTo>
                <a:lnTo>
                  <a:pt x="367856" y="434340"/>
                </a:lnTo>
                <a:close/>
              </a:path>
              <a:path w="720090" h="828040">
                <a:moveTo>
                  <a:pt x="398064" y="490220"/>
                </a:moveTo>
                <a:lnTo>
                  <a:pt x="379117" y="471170"/>
                </a:lnTo>
                <a:lnTo>
                  <a:pt x="414391" y="435610"/>
                </a:lnTo>
                <a:lnTo>
                  <a:pt x="415399" y="433070"/>
                </a:lnTo>
                <a:lnTo>
                  <a:pt x="415387" y="421640"/>
                </a:lnTo>
                <a:lnTo>
                  <a:pt x="414377" y="419100"/>
                </a:lnTo>
                <a:lnTo>
                  <a:pt x="410341" y="415290"/>
                </a:lnTo>
                <a:lnTo>
                  <a:pt x="407906" y="414020"/>
                </a:lnTo>
                <a:lnTo>
                  <a:pt x="441238" y="414020"/>
                </a:lnTo>
                <a:lnTo>
                  <a:pt x="442184" y="419100"/>
                </a:lnTo>
                <a:lnTo>
                  <a:pt x="442078" y="431800"/>
                </a:lnTo>
                <a:lnTo>
                  <a:pt x="441525" y="438150"/>
                </a:lnTo>
                <a:lnTo>
                  <a:pt x="439494" y="444500"/>
                </a:lnTo>
                <a:lnTo>
                  <a:pt x="436094" y="450850"/>
                </a:lnTo>
                <a:lnTo>
                  <a:pt x="431327" y="457200"/>
                </a:lnTo>
                <a:lnTo>
                  <a:pt x="398064" y="490220"/>
                </a:lnTo>
                <a:close/>
              </a:path>
              <a:path w="720090" h="828040">
                <a:moveTo>
                  <a:pt x="573833" y="641350"/>
                </a:moveTo>
                <a:lnTo>
                  <a:pt x="375359" y="641350"/>
                </a:lnTo>
                <a:lnTo>
                  <a:pt x="378846" y="640080"/>
                </a:lnTo>
                <a:lnTo>
                  <a:pt x="385749" y="638810"/>
                </a:lnTo>
                <a:lnTo>
                  <a:pt x="389101" y="638810"/>
                </a:lnTo>
                <a:lnTo>
                  <a:pt x="395604" y="635000"/>
                </a:lnTo>
                <a:lnTo>
                  <a:pt x="422706" y="604520"/>
                </a:lnTo>
                <a:lnTo>
                  <a:pt x="425439" y="590550"/>
                </a:lnTo>
                <a:lnTo>
                  <a:pt x="425439" y="574040"/>
                </a:lnTo>
                <a:lnTo>
                  <a:pt x="619634" y="574040"/>
                </a:lnTo>
                <a:lnTo>
                  <a:pt x="612442" y="586740"/>
                </a:lnTo>
                <a:lnTo>
                  <a:pt x="585697" y="626110"/>
                </a:lnTo>
                <a:lnTo>
                  <a:pt x="573833" y="641350"/>
                </a:lnTo>
                <a:close/>
              </a:path>
            </a:pathLst>
          </a:custGeom>
          <a:solidFill>
            <a:srgbClr val="003873"/>
          </a:solidFill>
        </p:spPr>
        <p:txBody>
          <a:bodyPr wrap="square" lIns="0" tIns="0" rIns="0" bIns="0" rtlCol="0"/>
          <a:lstStyle/>
          <a:p>
            <a:endParaRPr/>
          </a:p>
        </p:txBody>
      </p:sp>
      <p:sp>
        <p:nvSpPr>
          <p:cNvPr id="7" name="TextBox 6">
            <a:extLst>
              <a:ext uri="{FF2B5EF4-FFF2-40B4-BE49-F238E27FC236}">
                <a16:creationId xmlns:a16="http://schemas.microsoft.com/office/drawing/2014/main" id="{57BAB1FE-2467-A2F5-EB3E-7E23C31367C3}"/>
              </a:ext>
            </a:extLst>
          </p:cNvPr>
          <p:cNvSpPr txBox="1"/>
          <p:nvPr/>
        </p:nvSpPr>
        <p:spPr>
          <a:xfrm>
            <a:off x="4724400" y="546678"/>
            <a:ext cx="9906000" cy="1015663"/>
          </a:xfrm>
          <a:prstGeom prst="rect">
            <a:avLst/>
          </a:prstGeom>
          <a:noFill/>
        </p:spPr>
        <p:txBody>
          <a:bodyPr wrap="square" rtlCol="0">
            <a:spAutoFit/>
          </a:bodyPr>
          <a:lstStyle/>
          <a:p>
            <a:r>
              <a:rPr lang="en-IN" sz="6000" b="1" u="sng" dirty="0">
                <a:solidFill>
                  <a:schemeClr val="bg1"/>
                </a:solidFill>
                <a:latin typeface="Arial" panose="020B0604020202020204" pitchFamily="34" charset="0"/>
                <a:cs typeface="Arial" panose="020B0604020202020204" pitchFamily="34" charset="0"/>
              </a:rPr>
              <a:t>Findings  of hypothesis </a:t>
            </a:r>
          </a:p>
        </p:txBody>
      </p:sp>
      <p:sp>
        <p:nvSpPr>
          <p:cNvPr id="8" name="TextBox 7">
            <a:extLst>
              <a:ext uri="{FF2B5EF4-FFF2-40B4-BE49-F238E27FC236}">
                <a16:creationId xmlns:a16="http://schemas.microsoft.com/office/drawing/2014/main" id="{8617E8E8-536F-6CA8-5C24-68ECF85EEF2D}"/>
              </a:ext>
            </a:extLst>
          </p:cNvPr>
          <p:cNvSpPr txBox="1"/>
          <p:nvPr/>
        </p:nvSpPr>
        <p:spPr>
          <a:xfrm>
            <a:off x="533400" y="1957187"/>
            <a:ext cx="8610600" cy="9233297"/>
          </a:xfrm>
          <a:prstGeom prst="rect">
            <a:avLst/>
          </a:prstGeom>
          <a:noFill/>
        </p:spPr>
        <p:txBody>
          <a:bodyPr wrap="square" rtlCol="0">
            <a:spAutoFit/>
          </a:bodyPr>
          <a:lstStyle/>
          <a:p>
            <a:pPr algn="just"/>
            <a:r>
              <a:rPr lang="en-IN" sz="3600" b="1" i="0" u="sng" strike="noStrike" baseline="0" dirty="0">
                <a:solidFill>
                  <a:schemeClr val="accent6"/>
                </a:solidFill>
                <a:latin typeface="Times New Roman" panose="02020603050405020304" pitchFamily="18" charset="0"/>
              </a:rPr>
              <a:t>Hypothesis: 2 </a:t>
            </a:r>
            <a:endParaRPr lang="en-IN" sz="3600" b="0" i="0" u="sng" strike="noStrike" baseline="0" dirty="0">
              <a:solidFill>
                <a:schemeClr val="accent6"/>
              </a:solidFill>
              <a:latin typeface="Times New Roman" panose="02020603050405020304" pitchFamily="18" charset="0"/>
            </a:endParaRPr>
          </a:p>
          <a:p>
            <a:pPr algn="just"/>
            <a:r>
              <a:rPr lang="en-US" sz="3600" b="1" i="0" u="none" strike="noStrike" baseline="0" dirty="0">
                <a:solidFill>
                  <a:srgbClr val="000000"/>
                </a:solidFill>
                <a:latin typeface="Times New Roman" panose="02020603050405020304" pitchFamily="18" charset="0"/>
              </a:rPr>
              <a:t>Null: </a:t>
            </a:r>
            <a:r>
              <a:rPr lang="en-US" sz="3600" b="0" i="0" u="none" strike="noStrike" baseline="0" dirty="0">
                <a:solidFill>
                  <a:srgbClr val="000000"/>
                </a:solidFill>
                <a:latin typeface="Times New Roman" panose="02020603050405020304" pitchFamily="18" charset="0"/>
              </a:rPr>
              <a:t>Technology is not important in our daily routine. </a:t>
            </a:r>
          </a:p>
          <a:p>
            <a:pPr algn="just"/>
            <a:r>
              <a:rPr lang="en-US" sz="3600" b="1" i="0" u="none" strike="noStrike" baseline="0" dirty="0">
                <a:solidFill>
                  <a:srgbClr val="000000"/>
                </a:solidFill>
                <a:latin typeface="Times New Roman" panose="02020603050405020304" pitchFamily="18" charset="0"/>
              </a:rPr>
              <a:t>Alternate: </a:t>
            </a:r>
            <a:r>
              <a:rPr lang="en-US" sz="3600" b="0" i="0" u="none" strike="noStrike" baseline="0" dirty="0">
                <a:solidFill>
                  <a:srgbClr val="000000"/>
                </a:solidFill>
                <a:latin typeface="Times New Roman" panose="02020603050405020304" pitchFamily="18" charset="0"/>
              </a:rPr>
              <a:t>Technology is very important in our day-to-day activity.</a:t>
            </a:r>
          </a:p>
          <a:p>
            <a:pPr algn="just"/>
            <a:r>
              <a:rPr lang="en-US" sz="3600" b="1" dirty="0">
                <a:solidFill>
                  <a:srgbClr val="000000"/>
                </a:solidFill>
                <a:latin typeface="Times New Roman" panose="02020603050405020304" pitchFamily="18" charset="0"/>
              </a:rPr>
              <a:t>Findings </a:t>
            </a:r>
            <a:r>
              <a:rPr lang="en-US" sz="3600" b="1" i="0" u="none" strike="noStrike" baseline="0" dirty="0">
                <a:solidFill>
                  <a:srgbClr val="000000"/>
                </a:solidFill>
                <a:latin typeface="Times New Roman" panose="02020603050405020304" pitchFamily="18" charset="0"/>
              </a:rPr>
              <a:t> :</a:t>
            </a:r>
            <a:r>
              <a:rPr lang="en-US" sz="3600" b="0" i="0" u="none" strike="noStrike" baseline="0" dirty="0">
                <a:solidFill>
                  <a:srgbClr val="000000"/>
                </a:solidFill>
                <a:latin typeface="Times New Roman" panose="02020603050405020304" pitchFamily="18" charset="0"/>
              </a:rPr>
              <a:t>how technology is important in our daily routine to find solution of that problem we ask respondents that how technology is important in today’s age then 56.5% respondent’s gives true answer and 35.5% are strongly agree with the statement and remaining are disagree and we also ask teachers that they use technology for teaching then the 80% teachers say yes to the statement 10% say no and 10% say maybe 	</a:t>
            </a:r>
          </a:p>
          <a:p>
            <a:endParaRPr lang="en-US" sz="3600" b="1" i="0" u="none" strike="noStrike" baseline="0" dirty="0">
              <a:solidFill>
                <a:srgbClr val="000000"/>
              </a:solidFill>
              <a:latin typeface="Times New Roman" panose="02020603050405020304" pitchFamily="18" charset="0"/>
            </a:endParaRPr>
          </a:p>
          <a:p>
            <a:endParaRPr lang="en-IN" b="1" dirty="0"/>
          </a:p>
        </p:txBody>
      </p:sp>
      <p:graphicFrame>
        <p:nvGraphicFramePr>
          <p:cNvPr id="9" name="Chart 8">
            <a:extLst>
              <a:ext uri="{FF2B5EF4-FFF2-40B4-BE49-F238E27FC236}">
                <a16:creationId xmlns:a16="http://schemas.microsoft.com/office/drawing/2014/main" id="{E33847EA-CA9F-9D76-1752-D87C9F5A09FF}"/>
              </a:ext>
            </a:extLst>
          </p:cNvPr>
          <p:cNvGraphicFramePr/>
          <p:nvPr>
            <p:extLst>
              <p:ext uri="{D42A27DB-BD31-4B8C-83A1-F6EECF244321}">
                <p14:modId xmlns:p14="http://schemas.microsoft.com/office/powerpoint/2010/main" val="1295637944"/>
              </p:ext>
            </p:extLst>
          </p:nvPr>
        </p:nvGraphicFramePr>
        <p:xfrm>
          <a:off x="9677400" y="2857500"/>
          <a:ext cx="8458200" cy="7010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62368014"/>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8D3CF8-FF4A-4920-0881-DD420199E20E}"/>
              </a:ext>
            </a:extLst>
          </p:cNvPr>
          <p:cNvSpPr/>
          <p:nvPr/>
        </p:nvSpPr>
        <p:spPr>
          <a:xfrm>
            <a:off x="304800" y="419100"/>
            <a:ext cx="17678400" cy="14478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708E22BF-5AAF-DDB0-A864-BC20EA771FDF}"/>
              </a:ext>
            </a:extLst>
          </p:cNvPr>
          <p:cNvSpPr/>
          <p:nvPr/>
        </p:nvSpPr>
        <p:spPr>
          <a:xfrm>
            <a:off x="533400" y="483010"/>
            <a:ext cx="1295400" cy="11430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A6D85719-1E83-9E5E-C4D6-9004C82033F9}"/>
              </a:ext>
            </a:extLst>
          </p:cNvPr>
          <p:cNvSpPr/>
          <p:nvPr/>
        </p:nvSpPr>
        <p:spPr>
          <a:xfrm>
            <a:off x="16459200" y="571500"/>
            <a:ext cx="1295400" cy="11430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19">
            <a:extLst>
              <a:ext uri="{FF2B5EF4-FFF2-40B4-BE49-F238E27FC236}">
                <a16:creationId xmlns:a16="http://schemas.microsoft.com/office/drawing/2014/main" id="{DC3B6D57-5517-8FF5-AC2C-58C538C743B2}"/>
              </a:ext>
            </a:extLst>
          </p:cNvPr>
          <p:cNvSpPr/>
          <p:nvPr/>
        </p:nvSpPr>
        <p:spPr>
          <a:xfrm>
            <a:off x="798810" y="714559"/>
            <a:ext cx="720090" cy="828040"/>
          </a:xfrm>
          <a:custGeom>
            <a:avLst/>
            <a:gdLst/>
            <a:ahLst/>
            <a:cxnLst/>
            <a:rect l="l" t="t" r="r" b="b"/>
            <a:pathLst>
              <a:path w="720090" h="828040">
                <a:moveTo>
                  <a:pt x="360005" y="828040"/>
                </a:moveTo>
                <a:lnTo>
                  <a:pt x="309936" y="796290"/>
                </a:lnTo>
                <a:lnTo>
                  <a:pt x="269531" y="765810"/>
                </a:lnTo>
                <a:lnTo>
                  <a:pt x="231674" y="734060"/>
                </a:lnTo>
                <a:lnTo>
                  <a:pt x="196457" y="699770"/>
                </a:lnTo>
                <a:lnTo>
                  <a:pt x="163972" y="664210"/>
                </a:lnTo>
                <a:lnTo>
                  <a:pt x="134311" y="626110"/>
                </a:lnTo>
                <a:lnTo>
                  <a:pt x="107567" y="586740"/>
                </a:lnTo>
                <a:lnTo>
                  <a:pt x="83831" y="544830"/>
                </a:lnTo>
                <a:lnTo>
                  <a:pt x="63197" y="502920"/>
                </a:lnTo>
                <a:lnTo>
                  <a:pt x="45755" y="458470"/>
                </a:lnTo>
                <a:lnTo>
                  <a:pt x="31599" y="414020"/>
                </a:lnTo>
                <a:lnTo>
                  <a:pt x="20821" y="368300"/>
                </a:lnTo>
                <a:lnTo>
                  <a:pt x="13512" y="321310"/>
                </a:lnTo>
                <a:lnTo>
                  <a:pt x="0" y="207010"/>
                </a:lnTo>
                <a:lnTo>
                  <a:pt x="144169" y="148590"/>
                </a:lnTo>
                <a:lnTo>
                  <a:pt x="186043" y="130810"/>
                </a:lnTo>
                <a:lnTo>
                  <a:pt x="225798" y="107950"/>
                </a:lnTo>
                <a:lnTo>
                  <a:pt x="263436" y="82550"/>
                </a:lnTo>
                <a:lnTo>
                  <a:pt x="298954" y="54610"/>
                </a:lnTo>
                <a:lnTo>
                  <a:pt x="360003" y="0"/>
                </a:lnTo>
                <a:lnTo>
                  <a:pt x="421054" y="54610"/>
                </a:lnTo>
                <a:lnTo>
                  <a:pt x="456573" y="82550"/>
                </a:lnTo>
                <a:lnTo>
                  <a:pt x="494211" y="107950"/>
                </a:lnTo>
                <a:lnTo>
                  <a:pt x="533966" y="130810"/>
                </a:lnTo>
                <a:lnTo>
                  <a:pt x="575840" y="148590"/>
                </a:lnTo>
                <a:lnTo>
                  <a:pt x="701204" y="199390"/>
                </a:lnTo>
                <a:lnTo>
                  <a:pt x="348391" y="199390"/>
                </a:lnTo>
                <a:lnTo>
                  <a:pt x="348391" y="240030"/>
                </a:lnTo>
                <a:lnTo>
                  <a:pt x="716105" y="240030"/>
                </a:lnTo>
                <a:lnTo>
                  <a:pt x="714604" y="252730"/>
                </a:lnTo>
                <a:lnTo>
                  <a:pt x="219668" y="252730"/>
                </a:lnTo>
                <a:lnTo>
                  <a:pt x="200720" y="271780"/>
                </a:lnTo>
                <a:lnTo>
                  <a:pt x="229142" y="299720"/>
                </a:lnTo>
                <a:lnTo>
                  <a:pt x="278032" y="299720"/>
                </a:lnTo>
                <a:lnTo>
                  <a:pt x="273257" y="303530"/>
                </a:lnTo>
                <a:lnTo>
                  <a:pt x="249792" y="335280"/>
                </a:lnTo>
                <a:lnTo>
                  <a:pt x="246854" y="340360"/>
                </a:lnTo>
                <a:lnTo>
                  <a:pt x="244216" y="346710"/>
                </a:lnTo>
                <a:lnTo>
                  <a:pt x="241877" y="351790"/>
                </a:lnTo>
                <a:lnTo>
                  <a:pt x="239850" y="358140"/>
                </a:lnTo>
                <a:lnTo>
                  <a:pt x="238145" y="364490"/>
                </a:lnTo>
                <a:lnTo>
                  <a:pt x="236762" y="370840"/>
                </a:lnTo>
                <a:lnTo>
                  <a:pt x="236338" y="373380"/>
                </a:lnTo>
                <a:lnTo>
                  <a:pt x="160796" y="373380"/>
                </a:lnTo>
                <a:lnTo>
                  <a:pt x="160796" y="400050"/>
                </a:lnTo>
                <a:lnTo>
                  <a:pt x="234605" y="400050"/>
                </a:lnTo>
                <a:lnTo>
                  <a:pt x="234763" y="403860"/>
                </a:lnTo>
                <a:lnTo>
                  <a:pt x="243197" y="440690"/>
                </a:lnTo>
                <a:lnTo>
                  <a:pt x="245709" y="447040"/>
                </a:lnTo>
                <a:lnTo>
                  <a:pt x="248530" y="453390"/>
                </a:lnTo>
                <a:lnTo>
                  <a:pt x="251646" y="458470"/>
                </a:lnTo>
                <a:lnTo>
                  <a:pt x="255040" y="464820"/>
                </a:lnTo>
                <a:lnTo>
                  <a:pt x="258714" y="469900"/>
                </a:lnTo>
                <a:lnTo>
                  <a:pt x="262665" y="474980"/>
                </a:lnTo>
                <a:lnTo>
                  <a:pt x="266874" y="480060"/>
                </a:lnTo>
                <a:lnTo>
                  <a:pt x="271318" y="483870"/>
                </a:lnTo>
                <a:lnTo>
                  <a:pt x="275999" y="488950"/>
                </a:lnTo>
                <a:lnTo>
                  <a:pt x="286489" y="497840"/>
                </a:lnTo>
                <a:lnTo>
                  <a:pt x="290782" y="504190"/>
                </a:lnTo>
                <a:lnTo>
                  <a:pt x="296808" y="516890"/>
                </a:lnTo>
                <a:lnTo>
                  <a:pt x="298258" y="524510"/>
                </a:lnTo>
                <a:lnTo>
                  <a:pt x="298142" y="547370"/>
                </a:lnTo>
                <a:lnTo>
                  <a:pt x="634739" y="547370"/>
                </a:lnTo>
                <a:lnTo>
                  <a:pt x="619634" y="574040"/>
                </a:lnTo>
                <a:lnTo>
                  <a:pt x="298142" y="574040"/>
                </a:lnTo>
                <a:lnTo>
                  <a:pt x="298142" y="590550"/>
                </a:lnTo>
                <a:lnTo>
                  <a:pt x="316330" y="627380"/>
                </a:lnTo>
                <a:lnTo>
                  <a:pt x="327978" y="635000"/>
                </a:lnTo>
                <a:lnTo>
                  <a:pt x="334481" y="638810"/>
                </a:lnTo>
                <a:lnTo>
                  <a:pt x="337832" y="638810"/>
                </a:lnTo>
                <a:lnTo>
                  <a:pt x="344736" y="640080"/>
                </a:lnTo>
                <a:lnTo>
                  <a:pt x="348222" y="641350"/>
                </a:lnTo>
                <a:lnTo>
                  <a:pt x="573833" y="641350"/>
                </a:lnTo>
                <a:lnTo>
                  <a:pt x="523552" y="699770"/>
                </a:lnTo>
                <a:lnTo>
                  <a:pt x="488335" y="734060"/>
                </a:lnTo>
                <a:lnTo>
                  <a:pt x="450478" y="765810"/>
                </a:lnTo>
                <a:lnTo>
                  <a:pt x="410074" y="796290"/>
                </a:lnTo>
                <a:lnTo>
                  <a:pt x="367214" y="824230"/>
                </a:lnTo>
                <a:lnTo>
                  <a:pt x="360005" y="828040"/>
                </a:lnTo>
                <a:close/>
              </a:path>
              <a:path w="720090" h="828040">
                <a:moveTo>
                  <a:pt x="716105" y="240030"/>
                </a:moveTo>
                <a:lnTo>
                  <a:pt x="375191" y="240030"/>
                </a:lnTo>
                <a:lnTo>
                  <a:pt x="375191" y="199390"/>
                </a:lnTo>
                <a:lnTo>
                  <a:pt x="701204" y="199390"/>
                </a:lnTo>
                <a:lnTo>
                  <a:pt x="720008" y="207010"/>
                </a:lnTo>
                <a:lnTo>
                  <a:pt x="716105" y="240030"/>
                </a:lnTo>
                <a:close/>
              </a:path>
              <a:path w="720090" h="828040">
                <a:moveTo>
                  <a:pt x="278032" y="299720"/>
                </a:moveTo>
                <a:lnTo>
                  <a:pt x="229142" y="299720"/>
                </a:lnTo>
                <a:lnTo>
                  <a:pt x="248091" y="281940"/>
                </a:lnTo>
                <a:lnTo>
                  <a:pt x="219668" y="252730"/>
                </a:lnTo>
                <a:lnTo>
                  <a:pt x="503915" y="252730"/>
                </a:lnTo>
                <a:lnTo>
                  <a:pt x="489086" y="267970"/>
                </a:lnTo>
                <a:lnTo>
                  <a:pt x="354828" y="267970"/>
                </a:lnTo>
                <a:lnTo>
                  <a:pt x="348362" y="269240"/>
                </a:lnTo>
                <a:lnTo>
                  <a:pt x="341930" y="269240"/>
                </a:lnTo>
                <a:lnTo>
                  <a:pt x="329205" y="271780"/>
                </a:lnTo>
                <a:lnTo>
                  <a:pt x="316852" y="276860"/>
                </a:lnTo>
                <a:lnTo>
                  <a:pt x="310826" y="278130"/>
                </a:lnTo>
                <a:lnTo>
                  <a:pt x="304934" y="281940"/>
                </a:lnTo>
                <a:lnTo>
                  <a:pt x="299205" y="284480"/>
                </a:lnTo>
                <a:lnTo>
                  <a:pt x="293640" y="288290"/>
                </a:lnTo>
                <a:lnTo>
                  <a:pt x="288237" y="290830"/>
                </a:lnTo>
                <a:lnTo>
                  <a:pt x="283025" y="295910"/>
                </a:lnTo>
                <a:lnTo>
                  <a:pt x="278032" y="299720"/>
                </a:lnTo>
                <a:close/>
              </a:path>
              <a:path w="720090" h="828040">
                <a:moveTo>
                  <a:pt x="709049" y="299720"/>
                </a:moveTo>
                <a:lnTo>
                  <a:pt x="494440" y="299720"/>
                </a:lnTo>
                <a:lnTo>
                  <a:pt x="522862" y="271780"/>
                </a:lnTo>
                <a:lnTo>
                  <a:pt x="503915" y="252730"/>
                </a:lnTo>
                <a:lnTo>
                  <a:pt x="714604" y="252730"/>
                </a:lnTo>
                <a:lnTo>
                  <a:pt x="709049" y="299720"/>
                </a:lnTo>
                <a:close/>
              </a:path>
              <a:path w="720090" h="828040">
                <a:moveTo>
                  <a:pt x="634739" y="547370"/>
                </a:moveTo>
                <a:lnTo>
                  <a:pt x="425439" y="547370"/>
                </a:lnTo>
                <a:lnTo>
                  <a:pt x="425408" y="524510"/>
                </a:lnTo>
                <a:lnTo>
                  <a:pt x="426960" y="516890"/>
                </a:lnTo>
                <a:lnTo>
                  <a:pt x="433229" y="502920"/>
                </a:lnTo>
                <a:lnTo>
                  <a:pt x="437652" y="497840"/>
                </a:lnTo>
                <a:lnTo>
                  <a:pt x="443367" y="492760"/>
                </a:lnTo>
                <a:lnTo>
                  <a:pt x="448253" y="487680"/>
                </a:lnTo>
                <a:lnTo>
                  <a:pt x="475462" y="452120"/>
                </a:lnTo>
                <a:lnTo>
                  <a:pt x="478241" y="445770"/>
                </a:lnTo>
                <a:lnTo>
                  <a:pt x="480710" y="440690"/>
                </a:lnTo>
                <a:lnTo>
                  <a:pt x="488869" y="402590"/>
                </a:lnTo>
                <a:lnTo>
                  <a:pt x="488994" y="391160"/>
                </a:lnTo>
                <a:lnTo>
                  <a:pt x="488882" y="388620"/>
                </a:lnTo>
                <a:lnTo>
                  <a:pt x="479007" y="345440"/>
                </a:lnTo>
                <a:lnTo>
                  <a:pt x="473346" y="334010"/>
                </a:lnTo>
                <a:lnTo>
                  <a:pt x="470067" y="327660"/>
                </a:lnTo>
                <a:lnTo>
                  <a:pt x="449658" y="303530"/>
                </a:lnTo>
                <a:lnTo>
                  <a:pt x="444852" y="298450"/>
                </a:lnTo>
                <a:lnTo>
                  <a:pt x="439829" y="294640"/>
                </a:lnTo>
                <a:lnTo>
                  <a:pt x="434590" y="290830"/>
                </a:lnTo>
                <a:lnTo>
                  <a:pt x="429161" y="287020"/>
                </a:lnTo>
                <a:lnTo>
                  <a:pt x="423571" y="284480"/>
                </a:lnTo>
                <a:lnTo>
                  <a:pt x="417820" y="280670"/>
                </a:lnTo>
                <a:lnTo>
                  <a:pt x="405866" y="275590"/>
                </a:lnTo>
                <a:lnTo>
                  <a:pt x="399725" y="274320"/>
                </a:lnTo>
                <a:lnTo>
                  <a:pt x="393485" y="271780"/>
                </a:lnTo>
                <a:lnTo>
                  <a:pt x="380741" y="269240"/>
                </a:lnTo>
                <a:lnTo>
                  <a:pt x="374303" y="269240"/>
                </a:lnTo>
                <a:lnTo>
                  <a:pt x="367833" y="267970"/>
                </a:lnTo>
                <a:lnTo>
                  <a:pt x="489086" y="267970"/>
                </a:lnTo>
                <a:lnTo>
                  <a:pt x="475492" y="281940"/>
                </a:lnTo>
                <a:lnTo>
                  <a:pt x="494440" y="299720"/>
                </a:lnTo>
                <a:lnTo>
                  <a:pt x="709049" y="299720"/>
                </a:lnTo>
                <a:lnTo>
                  <a:pt x="706496" y="321310"/>
                </a:lnTo>
                <a:lnTo>
                  <a:pt x="699187" y="368300"/>
                </a:lnTo>
                <a:lnTo>
                  <a:pt x="697990" y="373380"/>
                </a:lnTo>
                <a:lnTo>
                  <a:pt x="522587" y="373380"/>
                </a:lnTo>
                <a:lnTo>
                  <a:pt x="522587" y="400050"/>
                </a:lnTo>
                <a:lnTo>
                  <a:pt x="691702" y="400050"/>
                </a:lnTo>
                <a:lnTo>
                  <a:pt x="688409" y="414020"/>
                </a:lnTo>
                <a:lnTo>
                  <a:pt x="674253" y="458470"/>
                </a:lnTo>
                <a:lnTo>
                  <a:pt x="656812" y="502920"/>
                </a:lnTo>
                <a:lnTo>
                  <a:pt x="636177" y="544830"/>
                </a:lnTo>
                <a:lnTo>
                  <a:pt x="634739" y="547370"/>
                </a:lnTo>
                <a:close/>
              </a:path>
              <a:path w="720090" h="828040">
                <a:moveTo>
                  <a:pt x="234605" y="400050"/>
                </a:moveTo>
                <a:lnTo>
                  <a:pt x="200995" y="400050"/>
                </a:lnTo>
                <a:lnTo>
                  <a:pt x="200995" y="373380"/>
                </a:lnTo>
                <a:lnTo>
                  <a:pt x="236338" y="373380"/>
                </a:lnTo>
                <a:lnTo>
                  <a:pt x="235703" y="377190"/>
                </a:lnTo>
                <a:lnTo>
                  <a:pt x="234970" y="383540"/>
                </a:lnTo>
                <a:lnTo>
                  <a:pt x="234649" y="388620"/>
                </a:lnTo>
                <a:lnTo>
                  <a:pt x="234523" y="394970"/>
                </a:lnTo>
                <a:lnTo>
                  <a:pt x="234605" y="400050"/>
                </a:lnTo>
                <a:close/>
              </a:path>
              <a:path w="720090" h="828040">
                <a:moveTo>
                  <a:pt x="691702" y="400050"/>
                </a:moveTo>
                <a:lnTo>
                  <a:pt x="562786" y="400050"/>
                </a:lnTo>
                <a:lnTo>
                  <a:pt x="562786" y="373380"/>
                </a:lnTo>
                <a:lnTo>
                  <a:pt x="697990" y="373380"/>
                </a:lnTo>
                <a:lnTo>
                  <a:pt x="691702" y="400050"/>
                </a:lnTo>
                <a:close/>
              </a:path>
              <a:path w="720090" h="828040">
                <a:moveTo>
                  <a:pt x="375191" y="547370"/>
                </a:moveTo>
                <a:lnTo>
                  <a:pt x="348391" y="547370"/>
                </a:lnTo>
                <a:lnTo>
                  <a:pt x="348391" y="500380"/>
                </a:lnTo>
                <a:lnTo>
                  <a:pt x="290913" y="454660"/>
                </a:lnTo>
                <a:lnTo>
                  <a:pt x="287483" y="449580"/>
                </a:lnTo>
                <a:lnTo>
                  <a:pt x="282593" y="439420"/>
                </a:lnTo>
                <a:lnTo>
                  <a:pt x="281378" y="434340"/>
                </a:lnTo>
                <a:lnTo>
                  <a:pt x="281398" y="419100"/>
                </a:lnTo>
                <a:lnTo>
                  <a:pt x="282344" y="414020"/>
                </a:lnTo>
                <a:lnTo>
                  <a:pt x="286116" y="405130"/>
                </a:lnTo>
                <a:lnTo>
                  <a:pt x="288800" y="401320"/>
                </a:lnTo>
                <a:lnTo>
                  <a:pt x="295763" y="394970"/>
                </a:lnTo>
                <a:lnTo>
                  <a:pt x="299777" y="391160"/>
                </a:lnTo>
                <a:lnTo>
                  <a:pt x="308871" y="387350"/>
                </a:lnTo>
                <a:lnTo>
                  <a:pt x="328495" y="387350"/>
                </a:lnTo>
                <a:lnTo>
                  <a:pt x="334339" y="388620"/>
                </a:lnTo>
                <a:lnTo>
                  <a:pt x="345292" y="393700"/>
                </a:lnTo>
                <a:lnTo>
                  <a:pt x="349751" y="398780"/>
                </a:lnTo>
                <a:lnTo>
                  <a:pt x="354150" y="405130"/>
                </a:lnTo>
                <a:lnTo>
                  <a:pt x="355391" y="406400"/>
                </a:lnTo>
                <a:lnTo>
                  <a:pt x="358437" y="407670"/>
                </a:lnTo>
                <a:lnTo>
                  <a:pt x="438543" y="407670"/>
                </a:lnTo>
                <a:lnTo>
                  <a:pt x="441238" y="414020"/>
                </a:lnTo>
                <a:lnTo>
                  <a:pt x="315676" y="414020"/>
                </a:lnTo>
                <a:lnTo>
                  <a:pt x="313241" y="415290"/>
                </a:lnTo>
                <a:lnTo>
                  <a:pt x="309205" y="419100"/>
                </a:lnTo>
                <a:lnTo>
                  <a:pt x="308195" y="421640"/>
                </a:lnTo>
                <a:lnTo>
                  <a:pt x="308185" y="431800"/>
                </a:lnTo>
                <a:lnTo>
                  <a:pt x="309480" y="435610"/>
                </a:lnTo>
                <a:lnTo>
                  <a:pt x="373518" y="486410"/>
                </a:lnTo>
                <a:lnTo>
                  <a:pt x="375193" y="490220"/>
                </a:lnTo>
                <a:lnTo>
                  <a:pt x="375191" y="547370"/>
                </a:lnTo>
                <a:close/>
              </a:path>
              <a:path w="720090" h="828040">
                <a:moveTo>
                  <a:pt x="438543" y="407670"/>
                </a:moveTo>
                <a:lnTo>
                  <a:pt x="365142" y="407670"/>
                </a:lnTo>
                <a:lnTo>
                  <a:pt x="368189" y="406400"/>
                </a:lnTo>
                <a:lnTo>
                  <a:pt x="369430" y="405130"/>
                </a:lnTo>
                <a:lnTo>
                  <a:pt x="373829" y="398780"/>
                </a:lnTo>
                <a:lnTo>
                  <a:pt x="378287" y="393700"/>
                </a:lnTo>
                <a:lnTo>
                  <a:pt x="389241" y="388620"/>
                </a:lnTo>
                <a:lnTo>
                  <a:pt x="395085" y="387350"/>
                </a:lnTo>
                <a:lnTo>
                  <a:pt x="414710" y="387350"/>
                </a:lnTo>
                <a:lnTo>
                  <a:pt x="423805" y="391160"/>
                </a:lnTo>
                <a:lnTo>
                  <a:pt x="427819" y="394970"/>
                </a:lnTo>
                <a:lnTo>
                  <a:pt x="434782" y="401320"/>
                </a:lnTo>
                <a:lnTo>
                  <a:pt x="437466" y="405130"/>
                </a:lnTo>
                <a:lnTo>
                  <a:pt x="438543" y="407670"/>
                </a:lnTo>
                <a:close/>
              </a:path>
              <a:path w="720090" h="828040">
                <a:moveTo>
                  <a:pt x="367856" y="434340"/>
                </a:moveTo>
                <a:lnTo>
                  <a:pt x="355722" y="434340"/>
                </a:lnTo>
                <a:lnTo>
                  <a:pt x="349794" y="433070"/>
                </a:lnTo>
                <a:lnTo>
                  <a:pt x="346964" y="431800"/>
                </a:lnTo>
                <a:lnTo>
                  <a:pt x="341575" y="429260"/>
                </a:lnTo>
                <a:lnTo>
                  <a:pt x="339096" y="426720"/>
                </a:lnTo>
                <a:lnTo>
                  <a:pt x="334571" y="422910"/>
                </a:lnTo>
                <a:lnTo>
                  <a:pt x="332592" y="420370"/>
                </a:lnTo>
                <a:lnTo>
                  <a:pt x="328849" y="415290"/>
                </a:lnTo>
                <a:lnTo>
                  <a:pt x="325979" y="414020"/>
                </a:lnTo>
                <a:lnTo>
                  <a:pt x="397600" y="414020"/>
                </a:lnTo>
                <a:lnTo>
                  <a:pt x="394730" y="415290"/>
                </a:lnTo>
                <a:lnTo>
                  <a:pt x="390990" y="420370"/>
                </a:lnTo>
                <a:lnTo>
                  <a:pt x="389010" y="422910"/>
                </a:lnTo>
                <a:lnTo>
                  <a:pt x="384483" y="426720"/>
                </a:lnTo>
                <a:lnTo>
                  <a:pt x="382004" y="429260"/>
                </a:lnTo>
                <a:lnTo>
                  <a:pt x="376615" y="431800"/>
                </a:lnTo>
                <a:lnTo>
                  <a:pt x="373785" y="433070"/>
                </a:lnTo>
                <a:lnTo>
                  <a:pt x="367856" y="434340"/>
                </a:lnTo>
                <a:close/>
              </a:path>
              <a:path w="720090" h="828040">
                <a:moveTo>
                  <a:pt x="398064" y="490220"/>
                </a:moveTo>
                <a:lnTo>
                  <a:pt x="379117" y="471170"/>
                </a:lnTo>
                <a:lnTo>
                  <a:pt x="414391" y="435610"/>
                </a:lnTo>
                <a:lnTo>
                  <a:pt x="415399" y="433070"/>
                </a:lnTo>
                <a:lnTo>
                  <a:pt x="415387" y="421640"/>
                </a:lnTo>
                <a:lnTo>
                  <a:pt x="414377" y="419100"/>
                </a:lnTo>
                <a:lnTo>
                  <a:pt x="410341" y="415290"/>
                </a:lnTo>
                <a:lnTo>
                  <a:pt x="407906" y="414020"/>
                </a:lnTo>
                <a:lnTo>
                  <a:pt x="441238" y="414020"/>
                </a:lnTo>
                <a:lnTo>
                  <a:pt x="442184" y="419100"/>
                </a:lnTo>
                <a:lnTo>
                  <a:pt x="442078" y="431800"/>
                </a:lnTo>
                <a:lnTo>
                  <a:pt x="441525" y="438150"/>
                </a:lnTo>
                <a:lnTo>
                  <a:pt x="439494" y="444500"/>
                </a:lnTo>
                <a:lnTo>
                  <a:pt x="436094" y="450850"/>
                </a:lnTo>
                <a:lnTo>
                  <a:pt x="431327" y="457200"/>
                </a:lnTo>
                <a:lnTo>
                  <a:pt x="398064" y="490220"/>
                </a:lnTo>
                <a:close/>
              </a:path>
              <a:path w="720090" h="828040">
                <a:moveTo>
                  <a:pt x="573833" y="641350"/>
                </a:moveTo>
                <a:lnTo>
                  <a:pt x="375359" y="641350"/>
                </a:lnTo>
                <a:lnTo>
                  <a:pt x="378846" y="640080"/>
                </a:lnTo>
                <a:lnTo>
                  <a:pt x="385749" y="638810"/>
                </a:lnTo>
                <a:lnTo>
                  <a:pt x="389101" y="638810"/>
                </a:lnTo>
                <a:lnTo>
                  <a:pt x="395604" y="635000"/>
                </a:lnTo>
                <a:lnTo>
                  <a:pt x="422706" y="604520"/>
                </a:lnTo>
                <a:lnTo>
                  <a:pt x="425439" y="590550"/>
                </a:lnTo>
                <a:lnTo>
                  <a:pt x="425439" y="574040"/>
                </a:lnTo>
                <a:lnTo>
                  <a:pt x="619634" y="574040"/>
                </a:lnTo>
                <a:lnTo>
                  <a:pt x="612442" y="586740"/>
                </a:lnTo>
                <a:lnTo>
                  <a:pt x="585697" y="626110"/>
                </a:lnTo>
                <a:lnTo>
                  <a:pt x="573833" y="641350"/>
                </a:lnTo>
                <a:close/>
              </a:path>
            </a:pathLst>
          </a:custGeom>
          <a:solidFill>
            <a:srgbClr val="003873"/>
          </a:solidFill>
        </p:spPr>
        <p:txBody>
          <a:bodyPr wrap="square" lIns="0" tIns="0" rIns="0" bIns="0" rtlCol="0"/>
          <a:lstStyle/>
          <a:p>
            <a:endParaRPr/>
          </a:p>
        </p:txBody>
      </p:sp>
      <p:sp>
        <p:nvSpPr>
          <p:cNvPr id="6" name="object 19">
            <a:extLst>
              <a:ext uri="{FF2B5EF4-FFF2-40B4-BE49-F238E27FC236}">
                <a16:creationId xmlns:a16="http://schemas.microsoft.com/office/drawing/2014/main" id="{19B61F3E-FE64-B443-4832-1B1812964998}"/>
              </a:ext>
            </a:extLst>
          </p:cNvPr>
          <p:cNvSpPr/>
          <p:nvPr/>
        </p:nvSpPr>
        <p:spPr>
          <a:xfrm>
            <a:off x="16769100" y="728980"/>
            <a:ext cx="720090" cy="828040"/>
          </a:xfrm>
          <a:custGeom>
            <a:avLst/>
            <a:gdLst/>
            <a:ahLst/>
            <a:cxnLst/>
            <a:rect l="l" t="t" r="r" b="b"/>
            <a:pathLst>
              <a:path w="720090" h="828040">
                <a:moveTo>
                  <a:pt x="360005" y="828040"/>
                </a:moveTo>
                <a:lnTo>
                  <a:pt x="309936" y="796290"/>
                </a:lnTo>
                <a:lnTo>
                  <a:pt x="269531" y="765810"/>
                </a:lnTo>
                <a:lnTo>
                  <a:pt x="231674" y="734060"/>
                </a:lnTo>
                <a:lnTo>
                  <a:pt x="196457" y="699770"/>
                </a:lnTo>
                <a:lnTo>
                  <a:pt x="163972" y="664210"/>
                </a:lnTo>
                <a:lnTo>
                  <a:pt x="134311" y="626110"/>
                </a:lnTo>
                <a:lnTo>
                  <a:pt x="107567" y="586740"/>
                </a:lnTo>
                <a:lnTo>
                  <a:pt x="83831" y="544830"/>
                </a:lnTo>
                <a:lnTo>
                  <a:pt x="63197" y="502920"/>
                </a:lnTo>
                <a:lnTo>
                  <a:pt x="45755" y="458470"/>
                </a:lnTo>
                <a:lnTo>
                  <a:pt x="31599" y="414020"/>
                </a:lnTo>
                <a:lnTo>
                  <a:pt x="20821" y="368300"/>
                </a:lnTo>
                <a:lnTo>
                  <a:pt x="13512" y="321310"/>
                </a:lnTo>
                <a:lnTo>
                  <a:pt x="0" y="207010"/>
                </a:lnTo>
                <a:lnTo>
                  <a:pt x="144169" y="148590"/>
                </a:lnTo>
                <a:lnTo>
                  <a:pt x="186043" y="130810"/>
                </a:lnTo>
                <a:lnTo>
                  <a:pt x="225798" y="107950"/>
                </a:lnTo>
                <a:lnTo>
                  <a:pt x="263436" y="82550"/>
                </a:lnTo>
                <a:lnTo>
                  <a:pt x="298954" y="54610"/>
                </a:lnTo>
                <a:lnTo>
                  <a:pt x="360003" y="0"/>
                </a:lnTo>
                <a:lnTo>
                  <a:pt x="421054" y="54610"/>
                </a:lnTo>
                <a:lnTo>
                  <a:pt x="456573" y="82550"/>
                </a:lnTo>
                <a:lnTo>
                  <a:pt x="494211" y="107950"/>
                </a:lnTo>
                <a:lnTo>
                  <a:pt x="533966" y="130810"/>
                </a:lnTo>
                <a:lnTo>
                  <a:pt x="575840" y="148590"/>
                </a:lnTo>
                <a:lnTo>
                  <a:pt x="701204" y="199390"/>
                </a:lnTo>
                <a:lnTo>
                  <a:pt x="348391" y="199390"/>
                </a:lnTo>
                <a:lnTo>
                  <a:pt x="348391" y="240030"/>
                </a:lnTo>
                <a:lnTo>
                  <a:pt x="716105" y="240030"/>
                </a:lnTo>
                <a:lnTo>
                  <a:pt x="714604" y="252730"/>
                </a:lnTo>
                <a:lnTo>
                  <a:pt x="219668" y="252730"/>
                </a:lnTo>
                <a:lnTo>
                  <a:pt x="200720" y="271780"/>
                </a:lnTo>
                <a:lnTo>
                  <a:pt x="229142" y="299720"/>
                </a:lnTo>
                <a:lnTo>
                  <a:pt x="278032" y="299720"/>
                </a:lnTo>
                <a:lnTo>
                  <a:pt x="273257" y="303530"/>
                </a:lnTo>
                <a:lnTo>
                  <a:pt x="249792" y="335280"/>
                </a:lnTo>
                <a:lnTo>
                  <a:pt x="246854" y="340360"/>
                </a:lnTo>
                <a:lnTo>
                  <a:pt x="244216" y="346710"/>
                </a:lnTo>
                <a:lnTo>
                  <a:pt x="241877" y="351790"/>
                </a:lnTo>
                <a:lnTo>
                  <a:pt x="239850" y="358140"/>
                </a:lnTo>
                <a:lnTo>
                  <a:pt x="238145" y="364490"/>
                </a:lnTo>
                <a:lnTo>
                  <a:pt x="236762" y="370840"/>
                </a:lnTo>
                <a:lnTo>
                  <a:pt x="236338" y="373380"/>
                </a:lnTo>
                <a:lnTo>
                  <a:pt x="160796" y="373380"/>
                </a:lnTo>
                <a:lnTo>
                  <a:pt x="160796" y="400050"/>
                </a:lnTo>
                <a:lnTo>
                  <a:pt x="234605" y="400050"/>
                </a:lnTo>
                <a:lnTo>
                  <a:pt x="234763" y="403860"/>
                </a:lnTo>
                <a:lnTo>
                  <a:pt x="243197" y="440690"/>
                </a:lnTo>
                <a:lnTo>
                  <a:pt x="245709" y="447040"/>
                </a:lnTo>
                <a:lnTo>
                  <a:pt x="248530" y="453390"/>
                </a:lnTo>
                <a:lnTo>
                  <a:pt x="251646" y="458470"/>
                </a:lnTo>
                <a:lnTo>
                  <a:pt x="255040" y="464820"/>
                </a:lnTo>
                <a:lnTo>
                  <a:pt x="258714" y="469900"/>
                </a:lnTo>
                <a:lnTo>
                  <a:pt x="262665" y="474980"/>
                </a:lnTo>
                <a:lnTo>
                  <a:pt x="266874" y="480060"/>
                </a:lnTo>
                <a:lnTo>
                  <a:pt x="271318" y="483870"/>
                </a:lnTo>
                <a:lnTo>
                  <a:pt x="275999" y="488950"/>
                </a:lnTo>
                <a:lnTo>
                  <a:pt x="286489" y="497840"/>
                </a:lnTo>
                <a:lnTo>
                  <a:pt x="290782" y="504190"/>
                </a:lnTo>
                <a:lnTo>
                  <a:pt x="296808" y="516890"/>
                </a:lnTo>
                <a:lnTo>
                  <a:pt x="298258" y="524510"/>
                </a:lnTo>
                <a:lnTo>
                  <a:pt x="298142" y="547370"/>
                </a:lnTo>
                <a:lnTo>
                  <a:pt x="634739" y="547370"/>
                </a:lnTo>
                <a:lnTo>
                  <a:pt x="619634" y="574040"/>
                </a:lnTo>
                <a:lnTo>
                  <a:pt x="298142" y="574040"/>
                </a:lnTo>
                <a:lnTo>
                  <a:pt x="298142" y="590550"/>
                </a:lnTo>
                <a:lnTo>
                  <a:pt x="316330" y="627380"/>
                </a:lnTo>
                <a:lnTo>
                  <a:pt x="327978" y="635000"/>
                </a:lnTo>
                <a:lnTo>
                  <a:pt x="334481" y="638810"/>
                </a:lnTo>
                <a:lnTo>
                  <a:pt x="337832" y="638810"/>
                </a:lnTo>
                <a:lnTo>
                  <a:pt x="344736" y="640080"/>
                </a:lnTo>
                <a:lnTo>
                  <a:pt x="348222" y="641350"/>
                </a:lnTo>
                <a:lnTo>
                  <a:pt x="573833" y="641350"/>
                </a:lnTo>
                <a:lnTo>
                  <a:pt x="523552" y="699770"/>
                </a:lnTo>
                <a:lnTo>
                  <a:pt x="488335" y="734060"/>
                </a:lnTo>
                <a:lnTo>
                  <a:pt x="450478" y="765810"/>
                </a:lnTo>
                <a:lnTo>
                  <a:pt x="410074" y="796290"/>
                </a:lnTo>
                <a:lnTo>
                  <a:pt x="367214" y="824230"/>
                </a:lnTo>
                <a:lnTo>
                  <a:pt x="360005" y="828040"/>
                </a:lnTo>
                <a:close/>
              </a:path>
              <a:path w="720090" h="828040">
                <a:moveTo>
                  <a:pt x="716105" y="240030"/>
                </a:moveTo>
                <a:lnTo>
                  <a:pt x="375191" y="240030"/>
                </a:lnTo>
                <a:lnTo>
                  <a:pt x="375191" y="199390"/>
                </a:lnTo>
                <a:lnTo>
                  <a:pt x="701204" y="199390"/>
                </a:lnTo>
                <a:lnTo>
                  <a:pt x="720008" y="207010"/>
                </a:lnTo>
                <a:lnTo>
                  <a:pt x="716105" y="240030"/>
                </a:lnTo>
                <a:close/>
              </a:path>
              <a:path w="720090" h="828040">
                <a:moveTo>
                  <a:pt x="278032" y="299720"/>
                </a:moveTo>
                <a:lnTo>
                  <a:pt x="229142" y="299720"/>
                </a:lnTo>
                <a:lnTo>
                  <a:pt x="248091" y="281940"/>
                </a:lnTo>
                <a:lnTo>
                  <a:pt x="219668" y="252730"/>
                </a:lnTo>
                <a:lnTo>
                  <a:pt x="503915" y="252730"/>
                </a:lnTo>
                <a:lnTo>
                  <a:pt x="489086" y="267970"/>
                </a:lnTo>
                <a:lnTo>
                  <a:pt x="354828" y="267970"/>
                </a:lnTo>
                <a:lnTo>
                  <a:pt x="348362" y="269240"/>
                </a:lnTo>
                <a:lnTo>
                  <a:pt x="341930" y="269240"/>
                </a:lnTo>
                <a:lnTo>
                  <a:pt x="329205" y="271780"/>
                </a:lnTo>
                <a:lnTo>
                  <a:pt x="316852" y="276860"/>
                </a:lnTo>
                <a:lnTo>
                  <a:pt x="310826" y="278130"/>
                </a:lnTo>
                <a:lnTo>
                  <a:pt x="304934" y="281940"/>
                </a:lnTo>
                <a:lnTo>
                  <a:pt x="299205" y="284480"/>
                </a:lnTo>
                <a:lnTo>
                  <a:pt x="293640" y="288290"/>
                </a:lnTo>
                <a:lnTo>
                  <a:pt x="288237" y="290830"/>
                </a:lnTo>
                <a:lnTo>
                  <a:pt x="283025" y="295910"/>
                </a:lnTo>
                <a:lnTo>
                  <a:pt x="278032" y="299720"/>
                </a:lnTo>
                <a:close/>
              </a:path>
              <a:path w="720090" h="828040">
                <a:moveTo>
                  <a:pt x="709049" y="299720"/>
                </a:moveTo>
                <a:lnTo>
                  <a:pt x="494440" y="299720"/>
                </a:lnTo>
                <a:lnTo>
                  <a:pt x="522862" y="271780"/>
                </a:lnTo>
                <a:lnTo>
                  <a:pt x="503915" y="252730"/>
                </a:lnTo>
                <a:lnTo>
                  <a:pt x="714604" y="252730"/>
                </a:lnTo>
                <a:lnTo>
                  <a:pt x="709049" y="299720"/>
                </a:lnTo>
                <a:close/>
              </a:path>
              <a:path w="720090" h="828040">
                <a:moveTo>
                  <a:pt x="634739" y="547370"/>
                </a:moveTo>
                <a:lnTo>
                  <a:pt x="425439" y="547370"/>
                </a:lnTo>
                <a:lnTo>
                  <a:pt x="425408" y="524510"/>
                </a:lnTo>
                <a:lnTo>
                  <a:pt x="426960" y="516890"/>
                </a:lnTo>
                <a:lnTo>
                  <a:pt x="433229" y="502920"/>
                </a:lnTo>
                <a:lnTo>
                  <a:pt x="437652" y="497840"/>
                </a:lnTo>
                <a:lnTo>
                  <a:pt x="443367" y="492760"/>
                </a:lnTo>
                <a:lnTo>
                  <a:pt x="448253" y="487680"/>
                </a:lnTo>
                <a:lnTo>
                  <a:pt x="475462" y="452120"/>
                </a:lnTo>
                <a:lnTo>
                  <a:pt x="478241" y="445770"/>
                </a:lnTo>
                <a:lnTo>
                  <a:pt x="480710" y="440690"/>
                </a:lnTo>
                <a:lnTo>
                  <a:pt x="488869" y="402590"/>
                </a:lnTo>
                <a:lnTo>
                  <a:pt x="488994" y="391160"/>
                </a:lnTo>
                <a:lnTo>
                  <a:pt x="488882" y="388620"/>
                </a:lnTo>
                <a:lnTo>
                  <a:pt x="479007" y="345440"/>
                </a:lnTo>
                <a:lnTo>
                  <a:pt x="473346" y="334010"/>
                </a:lnTo>
                <a:lnTo>
                  <a:pt x="470067" y="327660"/>
                </a:lnTo>
                <a:lnTo>
                  <a:pt x="449658" y="303530"/>
                </a:lnTo>
                <a:lnTo>
                  <a:pt x="444852" y="298450"/>
                </a:lnTo>
                <a:lnTo>
                  <a:pt x="439829" y="294640"/>
                </a:lnTo>
                <a:lnTo>
                  <a:pt x="434590" y="290830"/>
                </a:lnTo>
                <a:lnTo>
                  <a:pt x="429161" y="287020"/>
                </a:lnTo>
                <a:lnTo>
                  <a:pt x="423571" y="284480"/>
                </a:lnTo>
                <a:lnTo>
                  <a:pt x="417820" y="280670"/>
                </a:lnTo>
                <a:lnTo>
                  <a:pt x="405866" y="275590"/>
                </a:lnTo>
                <a:lnTo>
                  <a:pt x="399725" y="274320"/>
                </a:lnTo>
                <a:lnTo>
                  <a:pt x="393485" y="271780"/>
                </a:lnTo>
                <a:lnTo>
                  <a:pt x="380741" y="269240"/>
                </a:lnTo>
                <a:lnTo>
                  <a:pt x="374303" y="269240"/>
                </a:lnTo>
                <a:lnTo>
                  <a:pt x="367833" y="267970"/>
                </a:lnTo>
                <a:lnTo>
                  <a:pt x="489086" y="267970"/>
                </a:lnTo>
                <a:lnTo>
                  <a:pt x="475492" y="281940"/>
                </a:lnTo>
                <a:lnTo>
                  <a:pt x="494440" y="299720"/>
                </a:lnTo>
                <a:lnTo>
                  <a:pt x="709049" y="299720"/>
                </a:lnTo>
                <a:lnTo>
                  <a:pt x="706496" y="321310"/>
                </a:lnTo>
                <a:lnTo>
                  <a:pt x="699187" y="368300"/>
                </a:lnTo>
                <a:lnTo>
                  <a:pt x="697990" y="373380"/>
                </a:lnTo>
                <a:lnTo>
                  <a:pt x="522587" y="373380"/>
                </a:lnTo>
                <a:lnTo>
                  <a:pt x="522587" y="400050"/>
                </a:lnTo>
                <a:lnTo>
                  <a:pt x="691702" y="400050"/>
                </a:lnTo>
                <a:lnTo>
                  <a:pt x="688409" y="414020"/>
                </a:lnTo>
                <a:lnTo>
                  <a:pt x="674253" y="458470"/>
                </a:lnTo>
                <a:lnTo>
                  <a:pt x="656812" y="502920"/>
                </a:lnTo>
                <a:lnTo>
                  <a:pt x="636177" y="544830"/>
                </a:lnTo>
                <a:lnTo>
                  <a:pt x="634739" y="547370"/>
                </a:lnTo>
                <a:close/>
              </a:path>
              <a:path w="720090" h="828040">
                <a:moveTo>
                  <a:pt x="234605" y="400050"/>
                </a:moveTo>
                <a:lnTo>
                  <a:pt x="200995" y="400050"/>
                </a:lnTo>
                <a:lnTo>
                  <a:pt x="200995" y="373380"/>
                </a:lnTo>
                <a:lnTo>
                  <a:pt x="236338" y="373380"/>
                </a:lnTo>
                <a:lnTo>
                  <a:pt x="235703" y="377190"/>
                </a:lnTo>
                <a:lnTo>
                  <a:pt x="234970" y="383540"/>
                </a:lnTo>
                <a:lnTo>
                  <a:pt x="234649" y="388620"/>
                </a:lnTo>
                <a:lnTo>
                  <a:pt x="234523" y="394970"/>
                </a:lnTo>
                <a:lnTo>
                  <a:pt x="234605" y="400050"/>
                </a:lnTo>
                <a:close/>
              </a:path>
              <a:path w="720090" h="828040">
                <a:moveTo>
                  <a:pt x="691702" y="400050"/>
                </a:moveTo>
                <a:lnTo>
                  <a:pt x="562786" y="400050"/>
                </a:lnTo>
                <a:lnTo>
                  <a:pt x="562786" y="373380"/>
                </a:lnTo>
                <a:lnTo>
                  <a:pt x="697990" y="373380"/>
                </a:lnTo>
                <a:lnTo>
                  <a:pt x="691702" y="400050"/>
                </a:lnTo>
                <a:close/>
              </a:path>
              <a:path w="720090" h="828040">
                <a:moveTo>
                  <a:pt x="375191" y="547370"/>
                </a:moveTo>
                <a:lnTo>
                  <a:pt x="348391" y="547370"/>
                </a:lnTo>
                <a:lnTo>
                  <a:pt x="348391" y="500380"/>
                </a:lnTo>
                <a:lnTo>
                  <a:pt x="290913" y="454660"/>
                </a:lnTo>
                <a:lnTo>
                  <a:pt x="287483" y="449580"/>
                </a:lnTo>
                <a:lnTo>
                  <a:pt x="282593" y="439420"/>
                </a:lnTo>
                <a:lnTo>
                  <a:pt x="281378" y="434340"/>
                </a:lnTo>
                <a:lnTo>
                  <a:pt x="281398" y="419100"/>
                </a:lnTo>
                <a:lnTo>
                  <a:pt x="282344" y="414020"/>
                </a:lnTo>
                <a:lnTo>
                  <a:pt x="286116" y="405130"/>
                </a:lnTo>
                <a:lnTo>
                  <a:pt x="288800" y="401320"/>
                </a:lnTo>
                <a:lnTo>
                  <a:pt x="295763" y="394970"/>
                </a:lnTo>
                <a:lnTo>
                  <a:pt x="299777" y="391160"/>
                </a:lnTo>
                <a:lnTo>
                  <a:pt x="308871" y="387350"/>
                </a:lnTo>
                <a:lnTo>
                  <a:pt x="328495" y="387350"/>
                </a:lnTo>
                <a:lnTo>
                  <a:pt x="334339" y="388620"/>
                </a:lnTo>
                <a:lnTo>
                  <a:pt x="345292" y="393700"/>
                </a:lnTo>
                <a:lnTo>
                  <a:pt x="349751" y="398780"/>
                </a:lnTo>
                <a:lnTo>
                  <a:pt x="354150" y="405130"/>
                </a:lnTo>
                <a:lnTo>
                  <a:pt x="355391" y="406400"/>
                </a:lnTo>
                <a:lnTo>
                  <a:pt x="358437" y="407670"/>
                </a:lnTo>
                <a:lnTo>
                  <a:pt x="438543" y="407670"/>
                </a:lnTo>
                <a:lnTo>
                  <a:pt x="441238" y="414020"/>
                </a:lnTo>
                <a:lnTo>
                  <a:pt x="315676" y="414020"/>
                </a:lnTo>
                <a:lnTo>
                  <a:pt x="313241" y="415290"/>
                </a:lnTo>
                <a:lnTo>
                  <a:pt x="309205" y="419100"/>
                </a:lnTo>
                <a:lnTo>
                  <a:pt x="308195" y="421640"/>
                </a:lnTo>
                <a:lnTo>
                  <a:pt x="308185" y="431800"/>
                </a:lnTo>
                <a:lnTo>
                  <a:pt x="309480" y="435610"/>
                </a:lnTo>
                <a:lnTo>
                  <a:pt x="373518" y="486410"/>
                </a:lnTo>
                <a:lnTo>
                  <a:pt x="375193" y="490220"/>
                </a:lnTo>
                <a:lnTo>
                  <a:pt x="375191" y="547370"/>
                </a:lnTo>
                <a:close/>
              </a:path>
              <a:path w="720090" h="828040">
                <a:moveTo>
                  <a:pt x="438543" y="407670"/>
                </a:moveTo>
                <a:lnTo>
                  <a:pt x="365142" y="407670"/>
                </a:lnTo>
                <a:lnTo>
                  <a:pt x="368189" y="406400"/>
                </a:lnTo>
                <a:lnTo>
                  <a:pt x="369430" y="405130"/>
                </a:lnTo>
                <a:lnTo>
                  <a:pt x="373829" y="398780"/>
                </a:lnTo>
                <a:lnTo>
                  <a:pt x="378287" y="393700"/>
                </a:lnTo>
                <a:lnTo>
                  <a:pt x="389241" y="388620"/>
                </a:lnTo>
                <a:lnTo>
                  <a:pt x="395085" y="387350"/>
                </a:lnTo>
                <a:lnTo>
                  <a:pt x="414710" y="387350"/>
                </a:lnTo>
                <a:lnTo>
                  <a:pt x="423805" y="391160"/>
                </a:lnTo>
                <a:lnTo>
                  <a:pt x="427819" y="394970"/>
                </a:lnTo>
                <a:lnTo>
                  <a:pt x="434782" y="401320"/>
                </a:lnTo>
                <a:lnTo>
                  <a:pt x="437466" y="405130"/>
                </a:lnTo>
                <a:lnTo>
                  <a:pt x="438543" y="407670"/>
                </a:lnTo>
                <a:close/>
              </a:path>
              <a:path w="720090" h="828040">
                <a:moveTo>
                  <a:pt x="367856" y="434340"/>
                </a:moveTo>
                <a:lnTo>
                  <a:pt x="355722" y="434340"/>
                </a:lnTo>
                <a:lnTo>
                  <a:pt x="349794" y="433070"/>
                </a:lnTo>
                <a:lnTo>
                  <a:pt x="346964" y="431800"/>
                </a:lnTo>
                <a:lnTo>
                  <a:pt x="341575" y="429260"/>
                </a:lnTo>
                <a:lnTo>
                  <a:pt x="339096" y="426720"/>
                </a:lnTo>
                <a:lnTo>
                  <a:pt x="334571" y="422910"/>
                </a:lnTo>
                <a:lnTo>
                  <a:pt x="332592" y="420370"/>
                </a:lnTo>
                <a:lnTo>
                  <a:pt x="328849" y="415290"/>
                </a:lnTo>
                <a:lnTo>
                  <a:pt x="325979" y="414020"/>
                </a:lnTo>
                <a:lnTo>
                  <a:pt x="397600" y="414020"/>
                </a:lnTo>
                <a:lnTo>
                  <a:pt x="394730" y="415290"/>
                </a:lnTo>
                <a:lnTo>
                  <a:pt x="390990" y="420370"/>
                </a:lnTo>
                <a:lnTo>
                  <a:pt x="389010" y="422910"/>
                </a:lnTo>
                <a:lnTo>
                  <a:pt x="384483" y="426720"/>
                </a:lnTo>
                <a:lnTo>
                  <a:pt x="382004" y="429260"/>
                </a:lnTo>
                <a:lnTo>
                  <a:pt x="376615" y="431800"/>
                </a:lnTo>
                <a:lnTo>
                  <a:pt x="373785" y="433070"/>
                </a:lnTo>
                <a:lnTo>
                  <a:pt x="367856" y="434340"/>
                </a:lnTo>
                <a:close/>
              </a:path>
              <a:path w="720090" h="828040">
                <a:moveTo>
                  <a:pt x="398064" y="490220"/>
                </a:moveTo>
                <a:lnTo>
                  <a:pt x="379117" y="471170"/>
                </a:lnTo>
                <a:lnTo>
                  <a:pt x="414391" y="435610"/>
                </a:lnTo>
                <a:lnTo>
                  <a:pt x="415399" y="433070"/>
                </a:lnTo>
                <a:lnTo>
                  <a:pt x="415387" y="421640"/>
                </a:lnTo>
                <a:lnTo>
                  <a:pt x="414377" y="419100"/>
                </a:lnTo>
                <a:lnTo>
                  <a:pt x="410341" y="415290"/>
                </a:lnTo>
                <a:lnTo>
                  <a:pt x="407906" y="414020"/>
                </a:lnTo>
                <a:lnTo>
                  <a:pt x="441238" y="414020"/>
                </a:lnTo>
                <a:lnTo>
                  <a:pt x="442184" y="419100"/>
                </a:lnTo>
                <a:lnTo>
                  <a:pt x="442078" y="431800"/>
                </a:lnTo>
                <a:lnTo>
                  <a:pt x="441525" y="438150"/>
                </a:lnTo>
                <a:lnTo>
                  <a:pt x="439494" y="444500"/>
                </a:lnTo>
                <a:lnTo>
                  <a:pt x="436094" y="450850"/>
                </a:lnTo>
                <a:lnTo>
                  <a:pt x="431327" y="457200"/>
                </a:lnTo>
                <a:lnTo>
                  <a:pt x="398064" y="490220"/>
                </a:lnTo>
                <a:close/>
              </a:path>
              <a:path w="720090" h="828040">
                <a:moveTo>
                  <a:pt x="573833" y="641350"/>
                </a:moveTo>
                <a:lnTo>
                  <a:pt x="375359" y="641350"/>
                </a:lnTo>
                <a:lnTo>
                  <a:pt x="378846" y="640080"/>
                </a:lnTo>
                <a:lnTo>
                  <a:pt x="385749" y="638810"/>
                </a:lnTo>
                <a:lnTo>
                  <a:pt x="389101" y="638810"/>
                </a:lnTo>
                <a:lnTo>
                  <a:pt x="395604" y="635000"/>
                </a:lnTo>
                <a:lnTo>
                  <a:pt x="422706" y="604520"/>
                </a:lnTo>
                <a:lnTo>
                  <a:pt x="425439" y="590550"/>
                </a:lnTo>
                <a:lnTo>
                  <a:pt x="425439" y="574040"/>
                </a:lnTo>
                <a:lnTo>
                  <a:pt x="619634" y="574040"/>
                </a:lnTo>
                <a:lnTo>
                  <a:pt x="612442" y="586740"/>
                </a:lnTo>
                <a:lnTo>
                  <a:pt x="585697" y="626110"/>
                </a:lnTo>
                <a:lnTo>
                  <a:pt x="573833" y="641350"/>
                </a:lnTo>
                <a:close/>
              </a:path>
            </a:pathLst>
          </a:custGeom>
          <a:solidFill>
            <a:srgbClr val="003873"/>
          </a:solidFill>
        </p:spPr>
        <p:txBody>
          <a:bodyPr wrap="square" lIns="0" tIns="0" rIns="0" bIns="0" rtlCol="0"/>
          <a:lstStyle/>
          <a:p>
            <a:endParaRPr/>
          </a:p>
        </p:txBody>
      </p:sp>
      <p:sp>
        <p:nvSpPr>
          <p:cNvPr id="7" name="TextBox 6">
            <a:extLst>
              <a:ext uri="{FF2B5EF4-FFF2-40B4-BE49-F238E27FC236}">
                <a16:creationId xmlns:a16="http://schemas.microsoft.com/office/drawing/2014/main" id="{57BAB1FE-2467-A2F5-EB3E-7E23C31367C3}"/>
              </a:ext>
            </a:extLst>
          </p:cNvPr>
          <p:cNvSpPr txBox="1"/>
          <p:nvPr/>
        </p:nvSpPr>
        <p:spPr>
          <a:xfrm>
            <a:off x="4724400" y="546678"/>
            <a:ext cx="9906000" cy="1015663"/>
          </a:xfrm>
          <a:prstGeom prst="rect">
            <a:avLst/>
          </a:prstGeom>
          <a:noFill/>
        </p:spPr>
        <p:txBody>
          <a:bodyPr wrap="square" rtlCol="0">
            <a:spAutoFit/>
          </a:bodyPr>
          <a:lstStyle/>
          <a:p>
            <a:r>
              <a:rPr lang="en-IN" sz="6000" b="1" u="sng" dirty="0">
                <a:solidFill>
                  <a:schemeClr val="bg1"/>
                </a:solidFill>
                <a:latin typeface="Arial" panose="020B0604020202020204" pitchFamily="34" charset="0"/>
                <a:cs typeface="Arial" panose="020B0604020202020204" pitchFamily="34" charset="0"/>
              </a:rPr>
              <a:t>Findings  of hypothesis </a:t>
            </a:r>
          </a:p>
        </p:txBody>
      </p:sp>
      <p:sp>
        <p:nvSpPr>
          <p:cNvPr id="8" name="TextBox 7">
            <a:extLst>
              <a:ext uri="{FF2B5EF4-FFF2-40B4-BE49-F238E27FC236}">
                <a16:creationId xmlns:a16="http://schemas.microsoft.com/office/drawing/2014/main" id="{8617E8E8-536F-6CA8-5C24-68ECF85EEF2D}"/>
              </a:ext>
            </a:extLst>
          </p:cNvPr>
          <p:cNvSpPr txBox="1"/>
          <p:nvPr/>
        </p:nvSpPr>
        <p:spPr>
          <a:xfrm>
            <a:off x="533400" y="2324100"/>
            <a:ext cx="9067800" cy="7848302"/>
          </a:xfrm>
          <a:prstGeom prst="rect">
            <a:avLst/>
          </a:prstGeom>
          <a:noFill/>
        </p:spPr>
        <p:txBody>
          <a:bodyPr wrap="square" rtlCol="0">
            <a:spAutoFit/>
          </a:bodyPr>
          <a:lstStyle/>
          <a:p>
            <a:pPr algn="just"/>
            <a:r>
              <a:rPr lang="en-IN" sz="3600" b="1" i="0" u="sng" strike="noStrike" baseline="0" dirty="0">
                <a:solidFill>
                  <a:schemeClr val="accent6"/>
                </a:solidFill>
                <a:latin typeface="Times New Roman" panose="02020603050405020304" pitchFamily="18" charset="0"/>
              </a:rPr>
              <a:t>Hypothesis: 3 </a:t>
            </a:r>
            <a:endParaRPr lang="en-IN" sz="3600" b="0" i="0" u="sng" strike="noStrike" baseline="0" dirty="0">
              <a:solidFill>
                <a:schemeClr val="accent6"/>
              </a:solidFill>
              <a:latin typeface="Times New Roman" panose="02020603050405020304" pitchFamily="18" charset="0"/>
            </a:endParaRPr>
          </a:p>
          <a:p>
            <a:pPr algn="just"/>
            <a:r>
              <a:rPr lang="en-US" sz="3600" b="1" i="0" u="none" strike="noStrike" baseline="0" dirty="0">
                <a:solidFill>
                  <a:srgbClr val="000000"/>
                </a:solidFill>
                <a:latin typeface="Times New Roman" panose="02020603050405020304" pitchFamily="18" charset="0"/>
              </a:rPr>
              <a:t>Null: </a:t>
            </a:r>
            <a:r>
              <a:rPr lang="en-US" sz="3600" b="0" i="0" u="none" strike="noStrike" baseline="0" dirty="0">
                <a:solidFill>
                  <a:srgbClr val="000000"/>
                </a:solidFill>
                <a:latin typeface="Times New Roman" panose="02020603050405020304" pitchFamily="18" charset="0"/>
              </a:rPr>
              <a:t>Technology doesn’t offer various tools to boost development and exchange of information. </a:t>
            </a:r>
          </a:p>
          <a:p>
            <a:pPr algn="just"/>
            <a:r>
              <a:rPr lang="en-US" sz="3600" b="1" i="0" u="none" strike="noStrike" baseline="0" dirty="0">
                <a:solidFill>
                  <a:srgbClr val="000000"/>
                </a:solidFill>
                <a:latin typeface="Times New Roman" panose="02020603050405020304" pitchFamily="18" charset="0"/>
              </a:rPr>
              <a:t>Alternate: </a:t>
            </a:r>
            <a:r>
              <a:rPr lang="en-US" sz="3600" b="0" i="0" u="none" strike="noStrike" baseline="0" dirty="0">
                <a:solidFill>
                  <a:srgbClr val="000000"/>
                </a:solidFill>
                <a:latin typeface="Times New Roman" panose="02020603050405020304" pitchFamily="18" charset="0"/>
              </a:rPr>
              <a:t>Technology offers various tools to boost development and exchange of information</a:t>
            </a:r>
          </a:p>
          <a:p>
            <a:pPr algn="just"/>
            <a:r>
              <a:rPr lang="en-US" sz="3600" b="1" dirty="0">
                <a:solidFill>
                  <a:srgbClr val="000000"/>
                </a:solidFill>
                <a:latin typeface="Times New Roman" panose="02020603050405020304" pitchFamily="18" charset="0"/>
              </a:rPr>
              <a:t>Findings :</a:t>
            </a:r>
            <a:r>
              <a:rPr lang="en-US" sz="3600" b="0" i="0" u="none" strike="noStrike" baseline="0" dirty="0">
                <a:solidFill>
                  <a:srgbClr val="000000"/>
                </a:solidFill>
                <a:latin typeface="Times New Roman" panose="02020603050405020304" pitchFamily="18" charset="0"/>
              </a:rPr>
              <a:t>Technology has various tools for giving information and When the question asked to the businessmen that technology helps to developed the business out of 27 businessmen 22 are giving the statement true 2 gives false 1 agree with the statement and 2 gives other option 	</a:t>
            </a:r>
          </a:p>
          <a:p>
            <a:r>
              <a:rPr lang="en-US" sz="1800" b="0" i="0" u="none" strike="noStrike" baseline="0" dirty="0">
                <a:solidFill>
                  <a:srgbClr val="000000"/>
                </a:solidFill>
                <a:latin typeface="Times New Roman" panose="02020603050405020304" pitchFamily="18" charset="0"/>
              </a:rPr>
              <a:t>	</a:t>
            </a:r>
          </a:p>
          <a:p>
            <a:endParaRPr lang="en-IN" b="1" dirty="0"/>
          </a:p>
        </p:txBody>
      </p:sp>
      <p:graphicFrame>
        <p:nvGraphicFramePr>
          <p:cNvPr id="9" name="Chart 8">
            <a:extLst>
              <a:ext uri="{FF2B5EF4-FFF2-40B4-BE49-F238E27FC236}">
                <a16:creationId xmlns:a16="http://schemas.microsoft.com/office/drawing/2014/main" id="{34B512EA-1A36-85A8-E226-97AD7C70CC58}"/>
              </a:ext>
            </a:extLst>
          </p:cNvPr>
          <p:cNvGraphicFramePr/>
          <p:nvPr>
            <p:extLst>
              <p:ext uri="{D42A27DB-BD31-4B8C-83A1-F6EECF244321}">
                <p14:modId xmlns:p14="http://schemas.microsoft.com/office/powerpoint/2010/main" val="3998421125"/>
              </p:ext>
            </p:extLst>
          </p:nvPr>
        </p:nvGraphicFramePr>
        <p:xfrm>
          <a:off x="10058400" y="2705100"/>
          <a:ext cx="7772400" cy="68529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36022941"/>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8D3CF8-FF4A-4920-0881-DD420199E20E}"/>
              </a:ext>
            </a:extLst>
          </p:cNvPr>
          <p:cNvSpPr/>
          <p:nvPr/>
        </p:nvSpPr>
        <p:spPr>
          <a:xfrm>
            <a:off x="304800" y="419100"/>
            <a:ext cx="17678400" cy="14478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708E22BF-5AAF-DDB0-A864-BC20EA771FDF}"/>
              </a:ext>
            </a:extLst>
          </p:cNvPr>
          <p:cNvSpPr/>
          <p:nvPr/>
        </p:nvSpPr>
        <p:spPr>
          <a:xfrm>
            <a:off x="533400" y="483010"/>
            <a:ext cx="1295400" cy="11430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A6D85719-1E83-9E5E-C4D6-9004C82033F9}"/>
              </a:ext>
            </a:extLst>
          </p:cNvPr>
          <p:cNvSpPr/>
          <p:nvPr/>
        </p:nvSpPr>
        <p:spPr>
          <a:xfrm>
            <a:off x="16459200" y="571500"/>
            <a:ext cx="1295400" cy="11430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19">
            <a:extLst>
              <a:ext uri="{FF2B5EF4-FFF2-40B4-BE49-F238E27FC236}">
                <a16:creationId xmlns:a16="http://schemas.microsoft.com/office/drawing/2014/main" id="{DC3B6D57-5517-8FF5-AC2C-58C538C743B2}"/>
              </a:ext>
            </a:extLst>
          </p:cNvPr>
          <p:cNvSpPr/>
          <p:nvPr/>
        </p:nvSpPr>
        <p:spPr>
          <a:xfrm>
            <a:off x="798810" y="714559"/>
            <a:ext cx="720090" cy="828040"/>
          </a:xfrm>
          <a:custGeom>
            <a:avLst/>
            <a:gdLst/>
            <a:ahLst/>
            <a:cxnLst/>
            <a:rect l="l" t="t" r="r" b="b"/>
            <a:pathLst>
              <a:path w="720090" h="828040">
                <a:moveTo>
                  <a:pt x="360005" y="828040"/>
                </a:moveTo>
                <a:lnTo>
                  <a:pt x="309936" y="796290"/>
                </a:lnTo>
                <a:lnTo>
                  <a:pt x="269531" y="765810"/>
                </a:lnTo>
                <a:lnTo>
                  <a:pt x="231674" y="734060"/>
                </a:lnTo>
                <a:lnTo>
                  <a:pt x="196457" y="699770"/>
                </a:lnTo>
                <a:lnTo>
                  <a:pt x="163972" y="664210"/>
                </a:lnTo>
                <a:lnTo>
                  <a:pt x="134311" y="626110"/>
                </a:lnTo>
                <a:lnTo>
                  <a:pt x="107567" y="586740"/>
                </a:lnTo>
                <a:lnTo>
                  <a:pt x="83831" y="544830"/>
                </a:lnTo>
                <a:lnTo>
                  <a:pt x="63197" y="502920"/>
                </a:lnTo>
                <a:lnTo>
                  <a:pt x="45755" y="458470"/>
                </a:lnTo>
                <a:lnTo>
                  <a:pt x="31599" y="414020"/>
                </a:lnTo>
                <a:lnTo>
                  <a:pt x="20821" y="368300"/>
                </a:lnTo>
                <a:lnTo>
                  <a:pt x="13512" y="321310"/>
                </a:lnTo>
                <a:lnTo>
                  <a:pt x="0" y="207010"/>
                </a:lnTo>
                <a:lnTo>
                  <a:pt x="144169" y="148590"/>
                </a:lnTo>
                <a:lnTo>
                  <a:pt x="186043" y="130810"/>
                </a:lnTo>
                <a:lnTo>
                  <a:pt x="225798" y="107950"/>
                </a:lnTo>
                <a:lnTo>
                  <a:pt x="263436" y="82550"/>
                </a:lnTo>
                <a:lnTo>
                  <a:pt x="298954" y="54610"/>
                </a:lnTo>
                <a:lnTo>
                  <a:pt x="360003" y="0"/>
                </a:lnTo>
                <a:lnTo>
                  <a:pt x="421054" y="54610"/>
                </a:lnTo>
                <a:lnTo>
                  <a:pt x="456573" y="82550"/>
                </a:lnTo>
                <a:lnTo>
                  <a:pt x="494211" y="107950"/>
                </a:lnTo>
                <a:lnTo>
                  <a:pt x="533966" y="130810"/>
                </a:lnTo>
                <a:lnTo>
                  <a:pt x="575840" y="148590"/>
                </a:lnTo>
                <a:lnTo>
                  <a:pt x="701204" y="199390"/>
                </a:lnTo>
                <a:lnTo>
                  <a:pt x="348391" y="199390"/>
                </a:lnTo>
                <a:lnTo>
                  <a:pt x="348391" y="240030"/>
                </a:lnTo>
                <a:lnTo>
                  <a:pt x="716105" y="240030"/>
                </a:lnTo>
                <a:lnTo>
                  <a:pt x="714604" y="252730"/>
                </a:lnTo>
                <a:lnTo>
                  <a:pt x="219668" y="252730"/>
                </a:lnTo>
                <a:lnTo>
                  <a:pt x="200720" y="271780"/>
                </a:lnTo>
                <a:lnTo>
                  <a:pt x="229142" y="299720"/>
                </a:lnTo>
                <a:lnTo>
                  <a:pt x="278032" y="299720"/>
                </a:lnTo>
                <a:lnTo>
                  <a:pt x="273257" y="303530"/>
                </a:lnTo>
                <a:lnTo>
                  <a:pt x="249792" y="335280"/>
                </a:lnTo>
                <a:lnTo>
                  <a:pt x="246854" y="340360"/>
                </a:lnTo>
                <a:lnTo>
                  <a:pt x="244216" y="346710"/>
                </a:lnTo>
                <a:lnTo>
                  <a:pt x="241877" y="351790"/>
                </a:lnTo>
                <a:lnTo>
                  <a:pt x="239850" y="358140"/>
                </a:lnTo>
                <a:lnTo>
                  <a:pt x="238145" y="364490"/>
                </a:lnTo>
                <a:lnTo>
                  <a:pt x="236762" y="370840"/>
                </a:lnTo>
                <a:lnTo>
                  <a:pt x="236338" y="373380"/>
                </a:lnTo>
                <a:lnTo>
                  <a:pt x="160796" y="373380"/>
                </a:lnTo>
                <a:lnTo>
                  <a:pt x="160796" y="400050"/>
                </a:lnTo>
                <a:lnTo>
                  <a:pt x="234605" y="400050"/>
                </a:lnTo>
                <a:lnTo>
                  <a:pt x="234763" y="403860"/>
                </a:lnTo>
                <a:lnTo>
                  <a:pt x="243197" y="440690"/>
                </a:lnTo>
                <a:lnTo>
                  <a:pt x="245709" y="447040"/>
                </a:lnTo>
                <a:lnTo>
                  <a:pt x="248530" y="453390"/>
                </a:lnTo>
                <a:lnTo>
                  <a:pt x="251646" y="458470"/>
                </a:lnTo>
                <a:lnTo>
                  <a:pt x="255040" y="464820"/>
                </a:lnTo>
                <a:lnTo>
                  <a:pt x="258714" y="469900"/>
                </a:lnTo>
                <a:lnTo>
                  <a:pt x="262665" y="474980"/>
                </a:lnTo>
                <a:lnTo>
                  <a:pt x="266874" y="480060"/>
                </a:lnTo>
                <a:lnTo>
                  <a:pt x="271318" y="483870"/>
                </a:lnTo>
                <a:lnTo>
                  <a:pt x="275999" y="488950"/>
                </a:lnTo>
                <a:lnTo>
                  <a:pt x="286489" y="497840"/>
                </a:lnTo>
                <a:lnTo>
                  <a:pt x="290782" y="504190"/>
                </a:lnTo>
                <a:lnTo>
                  <a:pt x="296808" y="516890"/>
                </a:lnTo>
                <a:lnTo>
                  <a:pt x="298258" y="524510"/>
                </a:lnTo>
                <a:lnTo>
                  <a:pt x="298142" y="547370"/>
                </a:lnTo>
                <a:lnTo>
                  <a:pt x="634739" y="547370"/>
                </a:lnTo>
                <a:lnTo>
                  <a:pt x="619634" y="574040"/>
                </a:lnTo>
                <a:lnTo>
                  <a:pt x="298142" y="574040"/>
                </a:lnTo>
                <a:lnTo>
                  <a:pt x="298142" y="590550"/>
                </a:lnTo>
                <a:lnTo>
                  <a:pt x="316330" y="627380"/>
                </a:lnTo>
                <a:lnTo>
                  <a:pt x="327978" y="635000"/>
                </a:lnTo>
                <a:lnTo>
                  <a:pt x="334481" y="638810"/>
                </a:lnTo>
                <a:lnTo>
                  <a:pt x="337832" y="638810"/>
                </a:lnTo>
                <a:lnTo>
                  <a:pt x="344736" y="640080"/>
                </a:lnTo>
                <a:lnTo>
                  <a:pt x="348222" y="641350"/>
                </a:lnTo>
                <a:lnTo>
                  <a:pt x="573833" y="641350"/>
                </a:lnTo>
                <a:lnTo>
                  <a:pt x="523552" y="699770"/>
                </a:lnTo>
                <a:lnTo>
                  <a:pt x="488335" y="734060"/>
                </a:lnTo>
                <a:lnTo>
                  <a:pt x="450478" y="765810"/>
                </a:lnTo>
                <a:lnTo>
                  <a:pt x="410074" y="796290"/>
                </a:lnTo>
                <a:lnTo>
                  <a:pt x="367214" y="824230"/>
                </a:lnTo>
                <a:lnTo>
                  <a:pt x="360005" y="828040"/>
                </a:lnTo>
                <a:close/>
              </a:path>
              <a:path w="720090" h="828040">
                <a:moveTo>
                  <a:pt x="716105" y="240030"/>
                </a:moveTo>
                <a:lnTo>
                  <a:pt x="375191" y="240030"/>
                </a:lnTo>
                <a:lnTo>
                  <a:pt x="375191" y="199390"/>
                </a:lnTo>
                <a:lnTo>
                  <a:pt x="701204" y="199390"/>
                </a:lnTo>
                <a:lnTo>
                  <a:pt x="720008" y="207010"/>
                </a:lnTo>
                <a:lnTo>
                  <a:pt x="716105" y="240030"/>
                </a:lnTo>
                <a:close/>
              </a:path>
              <a:path w="720090" h="828040">
                <a:moveTo>
                  <a:pt x="278032" y="299720"/>
                </a:moveTo>
                <a:lnTo>
                  <a:pt x="229142" y="299720"/>
                </a:lnTo>
                <a:lnTo>
                  <a:pt x="248091" y="281940"/>
                </a:lnTo>
                <a:lnTo>
                  <a:pt x="219668" y="252730"/>
                </a:lnTo>
                <a:lnTo>
                  <a:pt x="503915" y="252730"/>
                </a:lnTo>
                <a:lnTo>
                  <a:pt x="489086" y="267970"/>
                </a:lnTo>
                <a:lnTo>
                  <a:pt x="354828" y="267970"/>
                </a:lnTo>
                <a:lnTo>
                  <a:pt x="348362" y="269240"/>
                </a:lnTo>
                <a:lnTo>
                  <a:pt x="341930" y="269240"/>
                </a:lnTo>
                <a:lnTo>
                  <a:pt x="329205" y="271780"/>
                </a:lnTo>
                <a:lnTo>
                  <a:pt x="316852" y="276860"/>
                </a:lnTo>
                <a:lnTo>
                  <a:pt x="310826" y="278130"/>
                </a:lnTo>
                <a:lnTo>
                  <a:pt x="304934" y="281940"/>
                </a:lnTo>
                <a:lnTo>
                  <a:pt x="299205" y="284480"/>
                </a:lnTo>
                <a:lnTo>
                  <a:pt x="293640" y="288290"/>
                </a:lnTo>
                <a:lnTo>
                  <a:pt x="288237" y="290830"/>
                </a:lnTo>
                <a:lnTo>
                  <a:pt x="283025" y="295910"/>
                </a:lnTo>
                <a:lnTo>
                  <a:pt x="278032" y="299720"/>
                </a:lnTo>
                <a:close/>
              </a:path>
              <a:path w="720090" h="828040">
                <a:moveTo>
                  <a:pt x="709049" y="299720"/>
                </a:moveTo>
                <a:lnTo>
                  <a:pt x="494440" y="299720"/>
                </a:lnTo>
                <a:lnTo>
                  <a:pt x="522862" y="271780"/>
                </a:lnTo>
                <a:lnTo>
                  <a:pt x="503915" y="252730"/>
                </a:lnTo>
                <a:lnTo>
                  <a:pt x="714604" y="252730"/>
                </a:lnTo>
                <a:lnTo>
                  <a:pt x="709049" y="299720"/>
                </a:lnTo>
                <a:close/>
              </a:path>
              <a:path w="720090" h="828040">
                <a:moveTo>
                  <a:pt x="634739" y="547370"/>
                </a:moveTo>
                <a:lnTo>
                  <a:pt x="425439" y="547370"/>
                </a:lnTo>
                <a:lnTo>
                  <a:pt x="425408" y="524510"/>
                </a:lnTo>
                <a:lnTo>
                  <a:pt x="426960" y="516890"/>
                </a:lnTo>
                <a:lnTo>
                  <a:pt x="433229" y="502920"/>
                </a:lnTo>
                <a:lnTo>
                  <a:pt x="437652" y="497840"/>
                </a:lnTo>
                <a:lnTo>
                  <a:pt x="443367" y="492760"/>
                </a:lnTo>
                <a:lnTo>
                  <a:pt x="448253" y="487680"/>
                </a:lnTo>
                <a:lnTo>
                  <a:pt x="475462" y="452120"/>
                </a:lnTo>
                <a:lnTo>
                  <a:pt x="478241" y="445770"/>
                </a:lnTo>
                <a:lnTo>
                  <a:pt x="480710" y="440690"/>
                </a:lnTo>
                <a:lnTo>
                  <a:pt x="488869" y="402590"/>
                </a:lnTo>
                <a:lnTo>
                  <a:pt x="488994" y="391160"/>
                </a:lnTo>
                <a:lnTo>
                  <a:pt x="488882" y="388620"/>
                </a:lnTo>
                <a:lnTo>
                  <a:pt x="479007" y="345440"/>
                </a:lnTo>
                <a:lnTo>
                  <a:pt x="473346" y="334010"/>
                </a:lnTo>
                <a:lnTo>
                  <a:pt x="470067" y="327660"/>
                </a:lnTo>
                <a:lnTo>
                  <a:pt x="449658" y="303530"/>
                </a:lnTo>
                <a:lnTo>
                  <a:pt x="444852" y="298450"/>
                </a:lnTo>
                <a:lnTo>
                  <a:pt x="439829" y="294640"/>
                </a:lnTo>
                <a:lnTo>
                  <a:pt x="434590" y="290830"/>
                </a:lnTo>
                <a:lnTo>
                  <a:pt x="429161" y="287020"/>
                </a:lnTo>
                <a:lnTo>
                  <a:pt x="423571" y="284480"/>
                </a:lnTo>
                <a:lnTo>
                  <a:pt x="417820" y="280670"/>
                </a:lnTo>
                <a:lnTo>
                  <a:pt x="405866" y="275590"/>
                </a:lnTo>
                <a:lnTo>
                  <a:pt x="399725" y="274320"/>
                </a:lnTo>
                <a:lnTo>
                  <a:pt x="393485" y="271780"/>
                </a:lnTo>
                <a:lnTo>
                  <a:pt x="380741" y="269240"/>
                </a:lnTo>
                <a:lnTo>
                  <a:pt x="374303" y="269240"/>
                </a:lnTo>
                <a:lnTo>
                  <a:pt x="367833" y="267970"/>
                </a:lnTo>
                <a:lnTo>
                  <a:pt x="489086" y="267970"/>
                </a:lnTo>
                <a:lnTo>
                  <a:pt x="475492" y="281940"/>
                </a:lnTo>
                <a:lnTo>
                  <a:pt x="494440" y="299720"/>
                </a:lnTo>
                <a:lnTo>
                  <a:pt x="709049" y="299720"/>
                </a:lnTo>
                <a:lnTo>
                  <a:pt x="706496" y="321310"/>
                </a:lnTo>
                <a:lnTo>
                  <a:pt x="699187" y="368300"/>
                </a:lnTo>
                <a:lnTo>
                  <a:pt x="697990" y="373380"/>
                </a:lnTo>
                <a:lnTo>
                  <a:pt x="522587" y="373380"/>
                </a:lnTo>
                <a:lnTo>
                  <a:pt x="522587" y="400050"/>
                </a:lnTo>
                <a:lnTo>
                  <a:pt x="691702" y="400050"/>
                </a:lnTo>
                <a:lnTo>
                  <a:pt x="688409" y="414020"/>
                </a:lnTo>
                <a:lnTo>
                  <a:pt x="674253" y="458470"/>
                </a:lnTo>
                <a:lnTo>
                  <a:pt x="656812" y="502920"/>
                </a:lnTo>
                <a:lnTo>
                  <a:pt x="636177" y="544830"/>
                </a:lnTo>
                <a:lnTo>
                  <a:pt x="634739" y="547370"/>
                </a:lnTo>
                <a:close/>
              </a:path>
              <a:path w="720090" h="828040">
                <a:moveTo>
                  <a:pt x="234605" y="400050"/>
                </a:moveTo>
                <a:lnTo>
                  <a:pt x="200995" y="400050"/>
                </a:lnTo>
                <a:lnTo>
                  <a:pt x="200995" y="373380"/>
                </a:lnTo>
                <a:lnTo>
                  <a:pt x="236338" y="373380"/>
                </a:lnTo>
                <a:lnTo>
                  <a:pt x="235703" y="377190"/>
                </a:lnTo>
                <a:lnTo>
                  <a:pt x="234970" y="383540"/>
                </a:lnTo>
                <a:lnTo>
                  <a:pt x="234649" y="388620"/>
                </a:lnTo>
                <a:lnTo>
                  <a:pt x="234523" y="394970"/>
                </a:lnTo>
                <a:lnTo>
                  <a:pt x="234605" y="400050"/>
                </a:lnTo>
                <a:close/>
              </a:path>
              <a:path w="720090" h="828040">
                <a:moveTo>
                  <a:pt x="691702" y="400050"/>
                </a:moveTo>
                <a:lnTo>
                  <a:pt x="562786" y="400050"/>
                </a:lnTo>
                <a:lnTo>
                  <a:pt x="562786" y="373380"/>
                </a:lnTo>
                <a:lnTo>
                  <a:pt x="697990" y="373380"/>
                </a:lnTo>
                <a:lnTo>
                  <a:pt x="691702" y="400050"/>
                </a:lnTo>
                <a:close/>
              </a:path>
              <a:path w="720090" h="828040">
                <a:moveTo>
                  <a:pt x="375191" y="547370"/>
                </a:moveTo>
                <a:lnTo>
                  <a:pt x="348391" y="547370"/>
                </a:lnTo>
                <a:lnTo>
                  <a:pt x="348391" y="500380"/>
                </a:lnTo>
                <a:lnTo>
                  <a:pt x="290913" y="454660"/>
                </a:lnTo>
                <a:lnTo>
                  <a:pt x="287483" y="449580"/>
                </a:lnTo>
                <a:lnTo>
                  <a:pt x="282593" y="439420"/>
                </a:lnTo>
                <a:lnTo>
                  <a:pt x="281378" y="434340"/>
                </a:lnTo>
                <a:lnTo>
                  <a:pt x="281398" y="419100"/>
                </a:lnTo>
                <a:lnTo>
                  <a:pt x="282344" y="414020"/>
                </a:lnTo>
                <a:lnTo>
                  <a:pt x="286116" y="405130"/>
                </a:lnTo>
                <a:lnTo>
                  <a:pt x="288800" y="401320"/>
                </a:lnTo>
                <a:lnTo>
                  <a:pt x="295763" y="394970"/>
                </a:lnTo>
                <a:lnTo>
                  <a:pt x="299777" y="391160"/>
                </a:lnTo>
                <a:lnTo>
                  <a:pt x="308871" y="387350"/>
                </a:lnTo>
                <a:lnTo>
                  <a:pt x="328495" y="387350"/>
                </a:lnTo>
                <a:lnTo>
                  <a:pt x="334339" y="388620"/>
                </a:lnTo>
                <a:lnTo>
                  <a:pt x="345292" y="393700"/>
                </a:lnTo>
                <a:lnTo>
                  <a:pt x="349751" y="398780"/>
                </a:lnTo>
                <a:lnTo>
                  <a:pt x="354150" y="405130"/>
                </a:lnTo>
                <a:lnTo>
                  <a:pt x="355391" y="406400"/>
                </a:lnTo>
                <a:lnTo>
                  <a:pt x="358437" y="407670"/>
                </a:lnTo>
                <a:lnTo>
                  <a:pt x="438543" y="407670"/>
                </a:lnTo>
                <a:lnTo>
                  <a:pt x="441238" y="414020"/>
                </a:lnTo>
                <a:lnTo>
                  <a:pt x="315676" y="414020"/>
                </a:lnTo>
                <a:lnTo>
                  <a:pt x="313241" y="415290"/>
                </a:lnTo>
                <a:lnTo>
                  <a:pt x="309205" y="419100"/>
                </a:lnTo>
                <a:lnTo>
                  <a:pt x="308195" y="421640"/>
                </a:lnTo>
                <a:lnTo>
                  <a:pt x="308185" y="431800"/>
                </a:lnTo>
                <a:lnTo>
                  <a:pt x="309480" y="435610"/>
                </a:lnTo>
                <a:lnTo>
                  <a:pt x="373518" y="486410"/>
                </a:lnTo>
                <a:lnTo>
                  <a:pt x="375193" y="490220"/>
                </a:lnTo>
                <a:lnTo>
                  <a:pt x="375191" y="547370"/>
                </a:lnTo>
                <a:close/>
              </a:path>
              <a:path w="720090" h="828040">
                <a:moveTo>
                  <a:pt x="438543" y="407670"/>
                </a:moveTo>
                <a:lnTo>
                  <a:pt x="365142" y="407670"/>
                </a:lnTo>
                <a:lnTo>
                  <a:pt x="368189" y="406400"/>
                </a:lnTo>
                <a:lnTo>
                  <a:pt x="369430" y="405130"/>
                </a:lnTo>
                <a:lnTo>
                  <a:pt x="373829" y="398780"/>
                </a:lnTo>
                <a:lnTo>
                  <a:pt x="378287" y="393700"/>
                </a:lnTo>
                <a:lnTo>
                  <a:pt x="389241" y="388620"/>
                </a:lnTo>
                <a:lnTo>
                  <a:pt x="395085" y="387350"/>
                </a:lnTo>
                <a:lnTo>
                  <a:pt x="414710" y="387350"/>
                </a:lnTo>
                <a:lnTo>
                  <a:pt x="423805" y="391160"/>
                </a:lnTo>
                <a:lnTo>
                  <a:pt x="427819" y="394970"/>
                </a:lnTo>
                <a:lnTo>
                  <a:pt x="434782" y="401320"/>
                </a:lnTo>
                <a:lnTo>
                  <a:pt x="437466" y="405130"/>
                </a:lnTo>
                <a:lnTo>
                  <a:pt x="438543" y="407670"/>
                </a:lnTo>
                <a:close/>
              </a:path>
              <a:path w="720090" h="828040">
                <a:moveTo>
                  <a:pt x="367856" y="434340"/>
                </a:moveTo>
                <a:lnTo>
                  <a:pt x="355722" y="434340"/>
                </a:lnTo>
                <a:lnTo>
                  <a:pt x="349794" y="433070"/>
                </a:lnTo>
                <a:lnTo>
                  <a:pt x="346964" y="431800"/>
                </a:lnTo>
                <a:lnTo>
                  <a:pt x="341575" y="429260"/>
                </a:lnTo>
                <a:lnTo>
                  <a:pt x="339096" y="426720"/>
                </a:lnTo>
                <a:lnTo>
                  <a:pt x="334571" y="422910"/>
                </a:lnTo>
                <a:lnTo>
                  <a:pt x="332592" y="420370"/>
                </a:lnTo>
                <a:lnTo>
                  <a:pt x="328849" y="415290"/>
                </a:lnTo>
                <a:lnTo>
                  <a:pt x="325979" y="414020"/>
                </a:lnTo>
                <a:lnTo>
                  <a:pt x="397600" y="414020"/>
                </a:lnTo>
                <a:lnTo>
                  <a:pt x="394730" y="415290"/>
                </a:lnTo>
                <a:lnTo>
                  <a:pt x="390990" y="420370"/>
                </a:lnTo>
                <a:lnTo>
                  <a:pt x="389010" y="422910"/>
                </a:lnTo>
                <a:lnTo>
                  <a:pt x="384483" y="426720"/>
                </a:lnTo>
                <a:lnTo>
                  <a:pt x="382004" y="429260"/>
                </a:lnTo>
                <a:lnTo>
                  <a:pt x="376615" y="431800"/>
                </a:lnTo>
                <a:lnTo>
                  <a:pt x="373785" y="433070"/>
                </a:lnTo>
                <a:lnTo>
                  <a:pt x="367856" y="434340"/>
                </a:lnTo>
                <a:close/>
              </a:path>
              <a:path w="720090" h="828040">
                <a:moveTo>
                  <a:pt x="398064" y="490220"/>
                </a:moveTo>
                <a:lnTo>
                  <a:pt x="379117" y="471170"/>
                </a:lnTo>
                <a:lnTo>
                  <a:pt x="414391" y="435610"/>
                </a:lnTo>
                <a:lnTo>
                  <a:pt x="415399" y="433070"/>
                </a:lnTo>
                <a:lnTo>
                  <a:pt x="415387" y="421640"/>
                </a:lnTo>
                <a:lnTo>
                  <a:pt x="414377" y="419100"/>
                </a:lnTo>
                <a:lnTo>
                  <a:pt x="410341" y="415290"/>
                </a:lnTo>
                <a:lnTo>
                  <a:pt x="407906" y="414020"/>
                </a:lnTo>
                <a:lnTo>
                  <a:pt x="441238" y="414020"/>
                </a:lnTo>
                <a:lnTo>
                  <a:pt x="442184" y="419100"/>
                </a:lnTo>
                <a:lnTo>
                  <a:pt x="442078" y="431800"/>
                </a:lnTo>
                <a:lnTo>
                  <a:pt x="441525" y="438150"/>
                </a:lnTo>
                <a:lnTo>
                  <a:pt x="439494" y="444500"/>
                </a:lnTo>
                <a:lnTo>
                  <a:pt x="436094" y="450850"/>
                </a:lnTo>
                <a:lnTo>
                  <a:pt x="431327" y="457200"/>
                </a:lnTo>
                <a:lnTo>
                  <a:pt x="398064" y="490220"/>
                </a:lnTo>
                <a:close/>
              </a:path>
              <a:path w="720090" h="828040">
                <a:moveTo>
                  <a:pt x="573833" y="641350"/>
                </a:moveTo>
                <a:lnTo>
                  <a:pt x="375359" y="641350"/>
                </a:lnTo>
                <a:lnTo>
                  <a:pt x="378846" y="640080"/>
                </a:lnTo>
                <a:lnTo>
                  <a:pt x="385749" y="638810"/>
                </a:lnTo>
                <a:lnTo>
                  <a:pt x="389101" y="638810"/>
                </a:lnTo>
                <a:lnTo>
                  <a:pt x="395604" y="635000"/>
                </a:lnTo>
                <a:lnTo>
                  <a:pt x="422706" y="604520"/>
                </a:lnTo>
                <a:lnTo>
                  <a:pt x="425439" y="590550"/>
                </a:lnTo>
                <a:lnTo>
                  <a:pt x="425439" y="574040"/>
                </a:lnTo>
                <a:lnTo>
                  <a:pt x="619634" y="574040"/>
                </a:lnTo>
                <a:lnTo>
                  <a:pt x="612442" y="586740"/>
                </a:lnTo>
                <a:lnTo>
                  <a:pt x="585697" y="626110"/>
                </a:lnTo>
                <a:lnTo>
                  <a:pt x="573833" y="641350"/>
                </a:lnTo>
                <a:close/>
              </a:path>
            </a:pathLst>
          </a:custGeom>
          <a:solidFill>
            <a:srgbClr val="003873"/>
          </a:solidFill>
        </p:spPr>
        <p:txBody>
          <a:bodyPr wrap="square" lIns="0" tIns="0" rIns="0" bIns="0" rtlCol="0"/>
          <a:lstStyle/>
          <a:p>
            <a:endParaRPr/>
          </a:p>
        </p:txBody>
      </p:sp>
      <p:sp>
        <p:nvSpPr>
          <p:cNvPr id="6" name="object 19">
            <a:extLst>
              <a:ext uri="{FF2B5EF4-FFF2-40B4-BE49-F238E27FC236}">
                <a16:creationId xmlns:a16="http://schemas.microsoft.com/office/drawing/2014/main" id="{19B61F3E-FE64-B443-4832-1B1812964998}"/>
              </a:ext>
            </a:extLst>
          </p:cNvPr>
          <p:cNvSpPr/>
          <p:nvPr/>
        </p:nvSpPr>
        <p:spPr>
          <a:xfrm>
            <a:off x="16769100" y="728980"/>
            <a:ext cx="720090" cy="828040"/>
          </a:xfrm>
          <a:custGeom>
            <a:avLst/>
            <a:gdLst/>
            <a:ahLst/>
            <a:cxnLst/>
            <a:rect l="l" t="t" r="r" b="b"/>
            <a:pathLst>
              <a:path w="720090" h="828040">
                <a:moveTo>
                  <a:pt x="360005" y="828040"/>
                </a:moveTo>
                <a:lnTo>
                  <a:pt x="309936" y="796290"/>
                </a:lnTo>
                <a:lnTo>
                  <a:pt x="269531" y="765810"/>
                </a:lnTo>
                <a:lnTo>
                  <a:pt x="231674" y="734060"/>
                </a:lnTo>
                <a:lnTo>
                  <a:pt x="196457" y="699770"/>
                </a:lnTo>
                <a:lnTo>
                  <a:pt x="163972" y="664210"/>
                </a:lnTo>
                <a:lnTo>
                  <a:pt x="134311" y="626110"/>
                </a:lnTo>
                <a:lnTo>
                  <a:pt x="107567" y="586740"/>
                </a:lnTo>
                <a:lnTo>
                  <a:pt x="83831" y="544830"/>
                </a:lnTo>
                <a:lnTo>
                  <a:pt x="63197" y="502920"/>
                </a:lnTo>
                <a:lnTo>
                  <a:pt x="45755" y="458470"/>
                </a:lnTo>
                <a:lnTo>
                  <a:pt x="31599" y="414020"/>
                </a:lnTo>
                <a:lnTo>
                  <a:pt x="20821" y="368300"/>
                </a:lnTo>
                <a:lnTo>
                  <a:pt x="13512" y="321310"/>
                </a:lnTo>
                <a:lnTo>
                  <a:pt x="0" y="207010"/>
                </a:lnTo>
                <a:lnTo>
                  <a:pt x="144169" y="148590"/>
                </a:lnTo>
                <a:lnTo>
                  <a:pt x="186043" y="130810"/>
                </a:lnTo>
                <a:lnTo>
                  <a:pt x="225798" y="107950"/>
                </a:lnTo>
                <a:lnTo>
                  <a:pt x="263436" y="82550"/>
                </a:lnTo>
                <a:lnTo>
                  <a:pt x="298954" y="54610"/>
                </a:lnTo>
                <a:lnTo>
                  <a:pt x="360003" y="0"/>
                </a:lnTo>
                <a:lnTo>
                  <a:pt x="421054" y="54610"/>
                </a:lnTo>
                <a:lnTo>
                  <a:pt x="456573" y="82550"/>
                </a:lnTo>
                <a:lnTo>
                  <a:pt x="494211" y="107950"/>
                </a:lnTo>
                <a:lnTo>
                  <a:pt x="533966" y="130810"/>
                </a:lnTo>
                <a:lnTo>
                  <a:pt x="575840" y="148590"/>
                </a:lnTo>
                <a:lnTo>
                  <a:pt x="701204" y="199390"/>
                </a:lnTo>
                <a:lnTo>
                  <a:pt x="348391" y="199390"/>
                </a:lnTo>
                <a:lnTo>
                  <a:pt x="348391" y="240030"/>
                </a:lnTo>
                <a:lnTo>
                  <a:pt x="716105" y="240030"/>
                </a:lnTo>
                <a:lnTo>
                  <a:pt x="714604" y="252730"/>
                </a:lnTo>
                <a:lnTo>
                  <a:pt x="219668" y="252730"/>
                </a:lnTo>
                <a:lnTo>
                  <a:pt x="200720" y="271780"/>
                </a:lnTo>
                <a:lnTo>
                  <a:pt x="229142" y="299720"/>
                </a:lnTo>
                <a:lnTo>
                  <a:pt x="278032" y="299720"/>
                </a:lnTo>
                <a:lnTo>
                  <a:pt x="273257" y="303530"/>
                </a:lnTo>
                <a:lnTo>
                  <a:pt x="249792" y="335280"/>
                </a:lnTo>
                <a:lnTo>
                  <a:pt x="246854" y="340360"/>
                </a:lnTo>
                <a:lnTo>
                  <a:pt x="244216" y="346710"/>
                </a:lnTo>
                <a:lnTo>
                  <a:pt x="241877" y="351790"/>
                </a:lnTo>
                <a:lnTo>
                  <a:pt x="239850" y="358140"/>
                </a:lnTo>
                <a:lnTo>
                  <a:pt x="238145" y="364490"/>
                </a:lnTo>
                <a:lnTo>
                  <a:pt x="236762" y="370840"/>
                </a:lnTo>
                <a:lnTo>
                  <a:pt x="236338" y="373380"/>
                </a:lnTo>
                <a:lnTo>
                  <a:pt x="160796" y="373380"/>
                </a:lnTo>
                <a:lnTo>
                  <a:pt x="160796" y="400050"/>
                </a:lnTo>
                <a:lnTo>
                  <a:pt x="234605" y="400050"/>
                </a:lnTo>
                <a:lnTo>
                  <a:pt x="234763" y="403860"/>
                </a:lnTo>
                <a:lnTo>
                  <a:pt x="243197" y="440690"/>
                </a:lnTo>
                <a:lnTo>
                  <a:pt x="245709" y="447040"/>
                </a:lnTo>
                <a:lnTo>
                  <a:pt x="248530" y="453390"/>
                </a:lnTo>
                <a:lnTo>
                  <a:pt x="251646" y="458470"/>
                </a:lnTo>
                <a:lnTo>
                  <a:pt x="255040" y="464820"/>
                </a:lnTo>
                <a:lnTo>
                  <a:pt x="258714" y="469900"/>
                </a:lnTo>
                <a:lnTo>
                  <a:pt x="262665" y="474980"/>
                </a:lnTo>
                <a:lnTo>
                  <a:pt x="266874" y="480060"/>
                </a:lnTo>
                <a:lnTo>
                  <a:pt x="271318" y="483870"/>
                </a:lnTo>
                <a:lnTo>
                  <a:pt x="275999" y="488950"/>
                </a:lnTo>
                <a:lnTo>
                  <a:pt x="286489" y="497840"/>
                </a:lnTo>
                <a:lnTo>
                  <a:pt x="290782" y="504190"/>
                </a:lnTo>
                <a:lnTo>
                  <a:pt x="296808" y="516890"/>
                </a:lnTo>
                <a:lnTo>
                  <a:pt x="298258" y="524510"/>
                </a:lnTo>
                <a:lnTo>
                  <a:pt x="298142" y="547370"/>
                </a:lnTo>
                <a:lnTo>
                  <a:pt x="634739" y="547370"/>
                </a:lnTo>
                <a:lnTo>
                  <a:pt x="619634" y="574040"/>
                </a:lnTo>
                <a:lnTo>
                  <a:pt x="298142" y="574040"/>
                </a:lnTo>
                <a:lnTo>
                  <a:pt x="298142" y="590550"/>
                </a:lnTo>
                <a:lnTo>
                  <a:pt x="316330" y="627380"/>
                </a:lnTo>
                <a:lnTo>
                  <a:pt x="327978" y="635000"/>
                </a:lnTo>
                <a:lnTo>
                  <a:pt x="334481" y="638810"/>
                </a:lnTo>
                <a:lnTo>
                  <a:pt x="337832" y="638810"/>
                </a:lnTo>
                <a:lnTo>
                  <a:pt x="344736" y="640080"/>
                </a:lnTo>
                <a:lnTo>
                  <a:pt x="348222" y="641350"/>
                </a:lnTo>
                <a:lnTo>
                  <a:pt x="573833" y="641350"/>
                </a:lnTo>
                <a:lnTo>
                  <a:pt x="523552" y="699770"/>
                </a:lnTo>
                <a:lnTo>
                  <a:pt x="488335" y="734060"/>
                </a:lnTo>
                <a:lnTo>
                  <a:pt x="450478" y="765810"/>
                </a:lnTo>
                <a:lnTo>
                  <a:pt x="410074" y="796290"/>
                </a:lnTo>
                <a:lnTo>
                  <a:pt x="367214" y="824230"/>
                </a:lnTo>
                <a:lnTo>
                  <a:pt x="360005" y="828040"/>
                </a:lnTo>
                <a:close/>
              </a:path>
              <a:path w="720090" h="828040">
                <a:moveTo>
                  <a:pt x="716105" y="240030"/>
                </a:moveTo>
                <a:lnTo>
                  <a:pt x="375191" y="240030"/>
                </a:lnTo>
                <a:lnTo>
                  <a:pt x="375191" y="199390"/>
                </a:lnTo>
                <a:lnTo>
                  <a:pt x="701204" y="199390"/>
                </a:lnTo>
                <a:lnTo>
                  <a:pt x="720008" y="207010"/>
                </a:lnTo>
                <a:lnTo>
                  <a:pt x="716105" y="240030"/>
                </a:lnTo>
                <a:close/>
              </a:path>
              <a:path w="720090" h="828040">
                <a:moveTo>
                  <a:pt x="278032" y="299720"/>
                </a:moveTo>
                <a:lnTo>
                  <a:pt x="229142" y="299720"/>
                </a:lnTo>
                <a:lnTo>
                  <a:pt x="248091" y="281940"/>
                </a:lnTo>
                <a:lnTo>
                  <a:pt x="219668" y="252730"/>
                </a:lnTo>
                <a:lnTo>
                  <a:pt x="503915" y="252730"/>
                </a:lnTo>
                <a:lnTo>
                  <a:pt x="489086" y="267970"/>
                </a:lnTo>
                <a:lnTo>
                  <a:pt x="354828" y="267970"/>
                </a:lnTo>
                <a:lnTo>
                  <a:pt x="348362" y="269240"/>
                </a:lnTo>
                <a:lnTo>
                  <a:pt x="341930" y="269240"/>
                </a:lnTo>
                <a:lnTo>
                  <a:pt x="329205" y="271780"/>
                </a:lnTo>
                <a:lnTo>
                  <a:pt x="316852" y="276860"/>
                </a:lnTo>
                <a:lnTo>
                  <a:pt x="310826" y="278130"/>
                </a:lnTo>
                <a:lnTo>
                  <a:pt x="304934" y="281940"/>
                </a:lnTo>
                <a:lnTo>
                  <a:pt x="299205" y="284480"/>
                </a:lnTo>
                <a:lnTo>
                  <a:pt x="293640" y="288290"/>
                </a:lnTo>
                <a:lnTo>
                  <a:pt x="288237" y="290830"/>
                </a:lnTo>
                <a:lnTo>
                  <a:pt x="283025" y="295910"/>
                </a:lnTo>
                <a:lnTo>
                  <a:pt x="278032" y="299720"/>
                </a:lnTo>
                <a:close/>
              </a:path>
              <a:path w="720090" h="828040">
                <a:moveTo>
                  <a:pt x="709049" y="299720"/>
                </a:moveTo>
                <a:lnTo>
                  <a:pt x="494440" y="299720"/>
                </a:lnTo>
                <a:lnTo>
                  <a:pt x="522862" y="271780"/>
                </a:lnTo>
                <a:lnTo>
                  <a:pt x="503915" y="252730"/>
                </a:lnTo>
                <a:lnTo>
                  <a:pt x="714604" y="252730"/>
                </a:lnTo>
                <a:lnTo>
                  <a:pt x="709049" y="299720"/>
                </a:lnTo>
                <a:close/>
              </a:path>
              <a:path w="720090" h="828040">
                <a:moveTo>
                  <a:pt x="634739" y="547370"/>
                </a:moveTo>
                <a:lnTo>
                  <a:pt x="425439" y="547370"/>
                </a:lnTo>
                <a:lnTo>
                  <a:pt x="425408" y="524510"/>
                </a:lnTo>
                <a:lnTo>
                  <a:pt x="426960" y="516890"/>
                </a:lnTo>
                <a:lnTo>
                  <a:pt x="433229" y="502920"/>
                </a:lnTo>
                <a:lnTo>
                  <a:pt x="437652" y="497840"/>
                </a:lnTo>
                <a:lnTo>
                  <a:pt x="443367" y="492760"/>
                </a:lnTo>
                <a:lnTo>
                  <a:pt x="448253" y="487680"/>
                </a:lnTo>
                <a:lnTo>
                  <a:pt x="475462" y="452120"/>
                </a:lnTo>
                <a:lnTo>
                  <a:pt x="478241" y="445770"/>
                </a:lnTo>
                <a:lnTo>
                  <a:pt x="480710" y="440690"/>
                </a:lnTo>
                <a:lnTo>
                  <a:pt x="488869" y="402590"/>
                </a:lnTo>
                <a:lnTo>
                  <a:pt x="488994" y="391160"/>
                </a:lnTo>
                <a:lnTo>
                  <a:pt x="488882" y="388620"/>
                </a:lnTo>
                <a:lnTo>
                  <a:pt x="479007" y="345440"/>
                </a:lnTo>
                <a:lnTo>
                  <a:pt x="473346" y="334010"/>
                </a:lnTo>
                <a:lnTo>
                  <a:pt x="470067" y="327660"/>
                </a:lnTo>
                <a:lnTo>
                  <a:pt x="449658" y="303530"/>
                </a:lnTo>
                <a:lnTo>
                  <a:pt x="444852" y="298450"/>
                </a:lnTo>
                <a:lnTo>
                  <a:pt x="439829" y="294640"/>
                </a:lnTo>
                <a:lnTo>
                  <a:pt x="434590" y="290830"/>
                </a:lnTo>
                <a:lnTo>
                  <a:pt x="429161" y="287020"/>
                </a:lnTo>
                <a:lnTo>
                  <a:pt x="423571" y="284480"/>
                </a:lnTo>
                <a:lnTo>
                  <a:pt x="417820" y="280670"/>
                </a:lnTo>
                <a:lnTo>
                  <a:pt x="405866" y="275590"/>
                </a:lnTo>
                <a:lnTo>
                  <a:pt x="399725" y="274320"/>
                </a:lnTo>
                <a:lnTo>
                  <a:pt x="393485" y="271780"/>
                </a:lnTo>
                <a:lnTo>
                  <a:pt x="380741" y="269240"/>
                </a:lnTo>
                <a:lnTo>
                  <a:pt x="374303" y="269240"/>
                </a:lnTo>
                <a:lnTo>
                  <a:pt x="367833" y="267970"/>
                </a:lnTo>
                <a:lnTo>
                  <a:pt x="489086" y="267970"/>
                </a:lnTo>
                <a:lnTo>
                  <a:pt x="475492" y="281940"/>
                </a:lnTo>
                <a:lnTo>
                  <a:pt x="494440" y="299720"/>
                </a:lnTo>
                <a:lnTo>
                  <a:pt x="709049" y="299720"/>
                </a:lnTo>
                <a:lnTo>
                  <a:pt x="706496" y="321310"/>
                </a:lnTo>
                <a:lnTo>
                  <a:pt x="699187" y="368300"/>
                </a:lnTo>
                <a:lnTo>
                  <a:pt x="697990" y="373380"/>
                </a:lnTo>
                <a:lnTo>
                  <a:pt x="522587" y="373380"/>
                </a:lnTo>
                <a:lnTo>
                  <a:pt x="522587" y="400050"/>
                </a:lnTo>
                <a:lnTo>
                  <a:pt x="691702" y="400050"/>
                </a:lnTo>
                <a:lnTo>
                  <a:pt x="688409" y="414020"/>
                </a:lnTo>
                <a:lnTo>
                  <a:pt x="674253" y="458470"/>
                </a:lnTo>
                <a:lnTo>
                  <a:pt x="656812" y="502920"/>
                </a:lnTo>
                <a:lnTo>
                  <a:pt x="636177" y="544830"/>
                </a:lnTo>
                <a:lnTo>
                  <a:pt x="634739" y="547370"/>
                </a:lnTo>
                <a:close/>
              </a:path>
              <a:path w="720090" h="828040">
                <a:moveTo>
                  <a:pt x="234605" y="400050"/>
                </a:moveTo>
                <a:lnTo>
                  <a:pt x="200995" y="400050"/>
                </a:lnTo>
                <a:lnTo>
                  <a:pt x="200995" y="373380"/>
                </a:lnTo>
                <a:lnTo>
                  <a:pt x="236338" y="373380"/>
                </a:lnTo>
                <a:lnTo>
                  <a:pt x="235703" y="377190"/>
                </a:lnTo>
                <a:lnTo>
                  <a:pt x="234970" y="383540"/>
                </a:lnTo>
                <a:lnTo>
                  <a:pt x="234649" y="388620"/>
                </a:lnTo>
                <a:lnTo>
                  <a:pt x="234523" y="394970"/>
                </a:lnTo>
                <a:lnTo>
                  <a:pt x="234605" y="400050"/>
                </a:lnTo>
                <a:close/>
              </a:path>
              <a:path w="720090" h="828040">
                <a:moveTo>
                  <a:pt x="691702" y="400050"/>
                </a:moveTo>
                <a:lnTo>
                  <a:pt x="562786" y="400050"/>
                </a:lnTo>
                <a:lnTo>
                  <a:pt x="562786" y="373380"/>
                </a:lnTo>
                <a:lnTo>
                  <a:pt x="697990" y="373380"/>
                </a:lnTo>
                <a:lnTo>
                  <a:pt x="691702" y="400050"/>
                </a:lnTo>
                <a:close/>
              </a:path>
              <a:path w="720090" h="828040">
                <a:moveTo>
                  <a:pt x="375191" y="547370"/>
                </a:moveTo>
                <a:lnTo>
                  <a:pt x="348391" y="547370"/>
                </a:lnTo>
                <a:lnTo>
                  <a:pt x="348391" y="500380"/>
                </a:lnTo>
                <a:lnTo>
                  <a:pt x="290913" y="454660"/>
                </a:lnTo>
                <a:lnTo>
                  <a:pt x="287483" y="449580"/>
                </a:lnTo>
                <a:lnTo>
                  <a:pt x="282593" y="439420"/>
                </a:lnTo>
                <a:lnTo>
                  <a:pt x="281378" y="434340"/>
                </a:lnTo>
                <a:lnTo>
                  <a:pt x="281398" y="419100"/>
                </a:lnTo>
                <a:lnTo>
                  <a:pt x="282344" y="414020"/>
                </a:lnTo>
                <a:lnTo>
                  <a:pt x="286116" y="405130"/>
                </a:lnTo>
                <a:lnTo>
                  <a:pt x="288800" y="401320"/>
                </a:lnTo>
                <a:lnTo>
                  <a:pt x="295763" y="394970"/>
                </a:lnTo>
                <a:lnTo>
                  <a:pt x="299777" y="391160"/>
                </a:lnTo>
                <a:lnTo>
                  <a:pt x="308871" y="387350"/>
                </a:lnTo>
                <a:lnTo>
                  <a:pt x="328495" y="387350"/>
                </a:lnTo>
                <a:lnTo>
                  <a:pt x="334339" y="388620"/>
                </a:lnTo>
                <a:lnTo>
                  <a:pt x="345292" y="393700"/>
                </a:lnTo>
                <a:lnTo>
                  <a:pt x="349751" y="398780"/>
                </a:lnTo>
                <a:lnTo>
                  <a:pt x="354150" y="405130"/>
                </a:lnTo>
                <a:lnTo>
                  <a:pt x="355391" y="406400"/>
                </a:lnTo>
                <a:lnTo>
                  <a:pt x="358437" y="407670"/>
                </a:lnTo>
                <a:lnTo>
                  <a:pt x="438543" y="407670"/>
                </a:lnTo>
                <a:lnTo>
                  <a:pt x="441238" y="414020"/>
                </a:lnTo>
                <a:lnTo>
                  <a:pt x="315676" y="414020"/>
                </a:lnTo>
                <a:lnTo>
                  <a:pt x="313241" y="415290"/>
                </a:lnTo>
                <a:lnTo>
                  <a:pt x="309205" y="419100"/>
                </a:lnTo>
                <a:lnTo>
                  <a:pt x="308195" y="421640"/>
                </a:lnTo>
                <a:lnTo>
                  <a:pt x="308185" y="431800"/>
                </a:lnTo>
                <a:lnTo>
                  <a:pt x="309480" y="435610"/>
                </a:lnTo>
                <a:lnTo>
                  <a:pt x="373518" y="486410"/>
                </a:lnTo>
                <a:lnTo>
                  <a:pt x="375193" y="490220"/>
                </a:lnTo>
                <a:lnTo>
                  <a:pt x="375191" y="547370"/>
                </a:lnTo>
                <a:close/>
              </a:path>
              <a:path w="720090" h="828040">
                <a:moveTo>
                  <a:pt x="438543" y="407670"/>
                </a:moveTo>
                <a:lnTo>
                  <a:pt x="365142" y="407670"/>
                </a:lnTo>
                <a:lnTo>
                  <a:pt x="368189" y="406400"/>
                </a:lnTo>
                <a:lnTo>
                  <a:pt x="369430" y="405130"/>
                </a:lnTo>
                <a:lnTo>
                  <a:pt x="373829" y="398780"/>
                </a:lnTo>
                <a:lnTo>
                  <a:pt x="378287" y="393700"/>
                </a:lnTo>
                <a:lnTo>
                  <a:pt x="389241" y="388620"/>
                </a:lnTo>
                <a:lnTo>
                  <a:pt x="395085" y="387350"/>
                </a:lnTo>
                <a:lnTo>
                  <a:pt x="414710" y="387350"/>
                </a:lnTo>
                <a:lnTo>
                  <a:pt x="423805" y="391160"/>
                </a:lnTo>
                <a:lnTo>
                  <a:pt x="427819" y="394970"/>
                </a:lnTo>
                <a:lnTo>
                  <a:pt x="434782" y="401320"/>
                </a:lnTo>
                <a:lnTo>
                  <a:pt x="437466" y="405130"/>
                </a:lnTo>
                <a:lnTo>
                  <a:pt x="438543" y="407670"/>
                </a:lnTo>
                <a:close/>
              </a:path>
              <a:path w="720090" h="828040">
                <a:moveTo>
                  <a:pt x="367856" y="434340"/>
                </a:moveTo>
                <a:lnTo>
                  <a:pt x="355722" y="434340"/>
                </a:lnTo>
                <a:lnTo>
                  <a:pt x="349794" y="433070"/>
                </a:lnTo>
                <a:lnTo>
                  <a:pt x="346964" y="431800"/>
                </a:lnTo>
                <a:lnTo>
                  <a:pt x="341575" y="429260"/>
                </a:lnTo>
                <a:lnTo>
                  <a:pt x="339096" y="426720"/>
                </a:lnTo>
                <a:lnTo>
                  <a:pt x="334571" y="422910"/>
                </a:lnTo>
                <a:lnTo>
                  <a:pt x="332592" y="420370"/>
                </a:lnTo>
                <a:lnTo>
                  <a:pt x="328849" y="415290"/>
                </a:lnTo>
                <a:lnTo>
                  <a:pt x="325979" y="414020"/>
                </a:lnTo>
                <a:lnTo>
                  <a:pt x="397600" y="414020"/>
                </a:lnTo>
                <a:lnTo>
                  <a:pt x="394730" y="415290"/>
                </a:lnTo>
                <a:lnTo>
                  <a:pt x="390990" y="420370"/>
                </a:lnTo>
                <a:lnTo>
                  <a:pt x="389010" y="422910"/>
                </a:lnTo>
                <a:lnTo>
                  <a:pt x="384483" y="426720"/>
                </a:lnTo>
                <a:lnTo>
                  <a:pt x="382004" y="429260"/>
                </a:lnTo>
                <a:lnTo>
                  <a:pt x="376615" y="431800"/>
                </a:lnTo>
                <a:lnTo>
                  <a:pt x="373785" y="433070"/>
                </a:lnTo>
                <a:lnTo>
                  <a:pt x="367856" y="434340"/>
                </a:lnTo>
                <a:close/>
              </a:path>
              <a:path w="720090" h="828040">
                <a:moveTo>
                  <a:pt x="398064" y="490220"/>
                </a:moveTo>
                <a:lnTo>
                  <a:pt x="379117" y="471170"/>
                </a:lnTo>
                <a:lnTo>
                  <a:pt x="414391" y="435610"/>
                </a:lnTo>
                <a:lnTo>
                  <a:pt x="415399" y="433070"/>
                </a:lnTo>
                <a:lnTo>
                  <a:pt x="415387" y="421640"/>
                </a:lnTo>
                <a:lnTo>
                  <a:pt x="414377" y="419100"/>
                </a:lnTo>
                <a:lnTo>
                  <a:pt x="410341" y="415290"/>
                </a:lnTo>
                <a:lnTo>
                  <a:pt x="407906" y="414020"/>
                </a:lnTo>
                <a:lnTo>
                  <a:pt x="441238" y="414020"/>
                </a:lnTo>
                <a:lnTo>
                  <a:pt x="442184" y="419100"/>
                </a:lnTo>
                <a:lnTo>
                  <a:pt x="442078" y="431800"/>
                </a:lnTo>
                <a:lnTo>
                  <a:pt x="441525" y="438150"/>
                </a:lnTo>
                <a:lnTo>
                  <a:pt x="439494" y="444500"/>
                </a:lnTo>
                <a:lnTo>
                  <a:pt x="436094" y="450850"/>
                </a:lnTo>
                <a:lnTo>
                  <a:pt x="431327" y="457200"/>
                </a:lnTo>
                <a:lnTo>
                  <a:pt x="398064" y="490220"/>
                </a:lnTo>
                <a:close/>
              </a:path>
              <a:path w="720090" h="828040">
                <a:moveTo>
                  <a:pt x="573833" y="641350"/>
                </a:moveTo>
                <a:lnTo>
                  <a:pt x="375359" y="641350"/>
                </a:lnTo>
                <a:lnTo>
                  <a:pt x="378846" y="640080"/>
                </a:lnTo>
                <a:lnTo>
                  <a:pt x="385749" y="638810"/>
                </a:lnTo>
                <a:lnTo>
                  <a:pt x="389101" y="638810"/>
                </a:lnTo>
                <a:lnTo>
                  <a:pt x="395604" y="635000"/>
                </a:lnTo>
                <a:lnTo>
                  <a:pt x="422706" y="604520"/>
                </a:lnTo>
                <a:lnTo>
                  <a:pt x="425439" y="590550"/>
                </a:lnTo>
                <a:lnTo>
                  <a:pt x="425439" y="574040"/>
                </a:lnTo>
                <a:lnTo>
                  <a:pt x="619634" y="574040"/>
                </a:lnTo>
                <a:lnTo>
                  <a:pt x="612442" y="586740"/>
                </a:lnTo>
                <a:lnTo>
                  <a:pt x="585697" y="626110"/>
                </a:lnTo>
                <a:lnTo>
                  <a:pt x="573833" y="641350"/>
                </a:lnTo>
                <a:close/>
              </a:path>
            </a:pathLst>
          </a:custGeom>
          <a:solidFill>
            <a:srgbClr val="003873"/>
          </a:solidFill>
        </p:spPr>
        <p:txBody>
          <a:bodyPr wrap="square" lIns="0" tIns="0" rIns="0" bIns="0" rtlCol="0"/>
          <a:lstStyle/>
          <a:p>
            <a:endParaRPr/>
          </a:p>
        </p:txBody>
      </p:sp>
      <p:sp>
        <p:nvSpPr>
          <p:cNvPr id="7" name="TextBox 6">
            <a:extLst>
              <a:ext uri="{FF2B5EF4-FFF2-40B4-BE49-F238E27FC236}">
                <a16:creationId xmlns:a16="http://schemas.microsoft.com/office/drawing/2014/main" id="{57BAB1FE-2467-A2F5-EB3E-7E23C31367C3}"/>
              </a:ext>
            </a:extLst>
          </p:cNvPr>
          <p:cNvSpPr txBox="1"/>
          <p:nvPr/>
        </p:nvSpPr>
        <p:spPr>
          <a:xfrm>
            <a:off x="4724400" y="546678"/>
            <a:ext cx="9906000" cy="1015663"/>
          </a:xfrm>
          <a:prstGeom prst="rect">
            <a:avLst/>
          </a:prstGeom>
          <a:noFill/>
        </p:spPr>
        <p:txBody>
          <a:bodyPr wrap="square" rtlCol="0">
            <a:spAutoFit/>
          </a:bodyPr>
          <a:lstStyle/>
          <a:p>
            <a:r>
              <a:rPr lang="en-IN" sz="6000" b="1" u="sng" dirty="0">
                <a:solidFill>
                  <a:schemeClr val="bg1"/>
                </a:solidFill>
                <a:latin typeface="Arial" panose="020B0604020202020204" pitchFamily="34" charset="0"/>
                <a:cs typeface="Arial" panose="020B0604020202020204" pitchFamily="34" charset="0"/>
              </a:rPr>
              <a:t>Findings  of hypothesis </a:t>
            </a:r>
          </a:p>
        </p:txBody>
      </p:sp>
      <p:sp>
        <p:nvSpPr>
          <p:cNvPr id="8" name="TextBox 7">
            <a:extLst>
              <a:ext uri="{FF2B5EF4-FFF2-40B4-BE49-F238E27FC236}">
                <a16:creationId xmlns:a16="http://schemas.microsoft.com/office/drawing/2014/main" id="{8617E8E8-536F-6CA8-5C24-68ECF85EEF2D}"/>
              </a:ext>
            </a:extLst>
          </p:cNvPr>
          <p:cNvSpPr txBox="1"/>
          <p:nvPr/>
        </p:nvSpPr>
        <p:spPr>
          <a:xfrm>
            <a:off x="504854" y="1994478"/>
            <a:ext cx="8943946" cy="8679299"/>
          </a:xfrm>
          <a:prstGeom prst="rect">
            <a:avLst/>
          </a:prstGeom>
          <a:noFill/>
        </p:spPr>
        <p:txBody>
          <a:bodyPr wrap="square" rtlCol="0">
            <a:spAutoFit/>
          </a:bodyPr>
          <a:lstStyle/>
          <a:p>
            <a:pPr algn="just"/>
            <a:r>
              <a:rPr lang="en-IN" sz="3600" b="1" i="0" u="sng" strike="noStrike" baseline="0" dirty="0">
                <a:solidFill>
                  <a:schemeClr val="accent6"/>
                </a:solidFill>
                <a:latin typeface="Times New Roman" panose="02020603050405020304" pitchFamily="18" charset="0"/>
              </a:rPr>
              <a:t>Hypothesis: 4 </a:t>
            </a:r>
            <a:endParaRPr lang="en-IN" sz="3600" b="0" i="0" u="sng" strike="noStrike" baseline="0" dirty="0">
              <a:solidFill>
                <a:schemeClr val="accent6"/>
              </a:solidFill>
              <a:latin typeface="Times New Roman" panose="02020603050405020304" pitchFamily="18" charset="0"/>
            </a:endParaRPr>
          </a:p>
          <a:p>
            <a:pPr algn="just"/>
            <a:r>
              <a:rPr lang="en-US" sz="3600" b="1" i="0" u="none" strike="noStrike" baseline="0" dirty="0">
                <a:solidFill>
                  <a:srgbClr val="000000"/>
                </a:solidFill>
                <a:latin typeface="Times New Roman" panose="02020603050405020304" pitchFamily="18" charset="0"/>
              </a:rPr>
              <a:t>Null: </a:t>
            </a:r>
            <a:r>
              <a:rPr lang="en-US" sz="3600" b="0" i="0" u="none" strike="noStrike" baseline="0" dirty="0">
                <a:solidFill>
                  <a:srgbClr val="000000"/>
                </a:solidFill>
                <a:latin typeface="Times New Roman" panose="02020603050405020304" pitchFamily="18" charset="0"/>
              </a:rPr>
              <a:t>Technology is not better &amp; efficient method for carrying out different activities. </a:t>
            </a:r>
          </a:p>
          <a:p>
            <a:pPr algn="just"/>
            <a:r>
              <a:rPr lang="en-US" sz="3600" b="1" i="0" u="none" strike="noStrike" baseline="0" dirty="0">
                <a:solidFill>
                  <a:srgbClr val="000000"/>
                </a:solidFill>
                <a:latin typeface="Times New Roman" panose="02020603050405020304" pitchFamily="18" charset="0"/>
              </a:rPr>
              <a:t>Alternate: </a:t>
            </a:r>
            <a:r>
              <a:rPr lang="en-US" sz="3600" b="0" i="0" u="none" strike="noStrike" baseline="0" dirty="0">
                <a:solidFill>
                  <a:srgbClr val="000000"/>
                </a:solidFill>
                <a:latin typeface="Times New Roman" panose="02020603050405020304" pitchFamily="18" charset="0"/>
              </a:rPr>
              <a:t>Technology provides better &amp; effective method for carrying out different activities.</a:t>
            </a:r>
          </a:p>
          <a:p>
            <a:pPr algn="just"/>
            <a:r>
              <a:rPr lang="en-US" sz="3600" b="1" dirty="0">
                <a:solidFill>
                  <a:srgbClr val="000000"/>
                </a:solidFill>
                <a:latin typeface="Times New Roman" panose="02020603050405020304" pitchFamily="18" charset="0"/>
              </a:rPr>
              <a:t>Findings </a:t>
            </a:r>
            <a:r>
              <a:rPr lang="en-US" sz="3600" b="1" i="0" u="none" strike="noStrike" baseline="0" dirty="0">
                <a:solidFill>
                  <a:srgbClr val="000000"/>
                </a:solidFill>
                <a:latin typeface="Times New Roman" panose="02020603050405020304" pitchFamily="18" charset="0"/>
              </a:rPr>
              <a:t> :</a:t>
            </a:r>
            <a:r>
              <a:rPr lang="en-US" sz="3600" b="0" i="0" u="none" strike="noStrike" baseline="0" dirty="0">
                <a:solidFill>
                  <a:srgbClr val="000000"/>
                </a:solidFill>
                <a:latin typeface="Times New Roman" panose="02020603050405020304" pitchFamily="18" charset="0"/>
              </a:rPr>
              <a:t>To study that how many peoples uses technology in daily routine we ask the respondent’s when they were questioned how many students like online teaching ?  Most  of  students tell that they were like online teaching  and they also ask for what use they are using technology then 67.7%are use technology for learning and 24.2% for entertainment and 8.1%for game </a:t>
            </a:r>
            <a:r>
              <a:rPr lang="en-US" sz="1800" b="0" i="0" u="none" strike="noStrike" baseline="0" dirty="0">
                <a:solidFill>
                  <a:srgbClr val="000000"/>
                </a:solidFill>
                <a:latin typeface="Times New Roman" panose="02020603050405020304" pitchFamily="18" charset="0"/>
              </a:rPr>
              <a:t>	</a:t>
            </a:r>
          </a:p>
          <a:p>
            <a:endParaRPr lang="en-IN" b="1" dirty="0"/>
          </a:p>
        </p:txBody>
      </p:sp>
      <p:graphicFrame>
        <p:nvGraphicFramePr>
          <p:cNvPr id="10" name="Chart 9">
            <a:extLst>
              <a:ext uri="{FF2B5EF4-FFF2-40B4-BE49-F238E27FC236}">
                <a16:creationId xmlns:a16="http://schemas.microsoft.com/office/drawing/2014/main" id="{AF1397B9-17D3-B77F-1C0C-834607896BFD}"/>
              </a:ext>
            </a:extLst>
          </p:cNvPr>
          <p:cNvGraphicFramePr/>
          <p:nvPr>
            <p:extLst>
              <p:ext uri="{D42A27DB-BD31-4B8C-83A1-F6EECF244321}">
                <p14:modId xmlns:p14="http://schemas.microsoft.com/office/powerpoint/2010/main" val="4081810157"/>
              </p:ext>
            </p:extLst>
          </p:nvPr>
        </p:nvGraphicFramePr>
        <p:xfrm>
          <a:off x="9677400" y="3009900"/>
          <a:ext cx="8458836" cy="6298626"/>
        </p:xfrm>
        <a:graphic>
          <a:graphicData uri="http://schemas.openxmlformats.org/drawingml/2006/chart">
            <c:chart xmlns:c="http://schemas.openxmlformats.org/drawingml/2006/chart" xmlns:r="http://schemas.openxmlformats.org/officeDocument/2006/relationships" r:id="rId2"/>
          </a:graphicData>
        </a:graphic>
      </p:graphicFrame>
      <p:sp>
        <p:nvSpPr>
          <p:cNvPr id="11" name="Rectangle 10">
            <a:extLst>
              <a:ext uri="{FF2B5EF4-FFF2-40B4-BE49-F238E27FC236}">
                <a16:creationId xmlns:a16="http://schemas.microsoft.com/office/drawing/2014/main" id="{AEBB19DC-CD28-2BBB-01F1-E0B9D57A139B}"/>
              </a:ext>
            </a:extLst>
          </p:cNvPr>
          <p:cNvSpPr/>
          <p:nvPr/>
        </p:nvSpPr>
        <p:spPr>
          <a:xfrm>
            <a:off x="19202400" y="2325329"/>
            <a:ext cx="45719"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91514953"/>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B61EEB-3471-85A7-E4C2-0F1ABFC9B864}"/>
              </a:ext>
            </a:extLst>
          </p:cNvPr>
          <p:cNvSpPr/>
          <p:nvPr/>
        </p:nvSpPr>
        <p:spPr>
          <a:xfrm>
            <a:off x="152400" y="334733"/>
            <a:ext cx="17983200" cy="1447800"/>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EB53896A-3B1D-EBA5-C8BD-0D1178363DA7}"/>
              </a:ext>
            </a:extLst>
          </p:cNvPr>
          <p:cNvSpPr/>
          <p:nvPr/>
        </p:nvSpPr>
        <p:spPr>
          <a:xfrm>
            <a:off x="228600" y="2122539"/>
            <a:ext cx="17907000" cy="8001000"/>
          </a:xfrm>
          <a:prstGeom prst="roundRect">
            <a:avLst/>
          </a:prstGeom>
          <a:solidFill>
            <a:schemeClr val="tx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6D9ACBD-62C9-111A-89A2-9644294FBFBA}"/>
              </a:ext>
            </a:extLst>
          </p:cNvPr>
          <p:cNvSpPr txBox="1"/>
          <p:nvPr/>
        </p:nvSpPr>
        <p:spPr>
          <a:xfrm>
            <a:off x="6400800" y="266700"/>
            <a:ext cx="13030200" cy="1200329"/>
          </a:xfrm>
          <a:prstGeom prst="rect">
            <a:avLst/>
          </a:prstGeom>
          <a:noFill/>
        </p:spPr>
        <p:txBody>
          <a:bodyPr wrap="square" rtlCol="0">
            <a:spAutoFit/>
          </a:bodyPr>
          <a:lstStyle/>
          <a:p>
            <a:r>
              <a:rPr lang="en-IN" sz="7200" b="1" u="sng" dirty="0">
                <a:solidFill>
                  <a:srgbClr val="FF0000"/>
                </a:solidFill>
                <a:latin typeface="Arial" panose="020B0604020202020204" pitchFamily="34" charset="0"/>
                <a:cs typeface="Arial" panose="020B0604020202020204" pitchFamily="34" charset="0"/>
              </a:rPr>
              <a:t>Conclusion</a:t>
            </a:r>
          </a:p>
        </p:txBody>
      </p:sp>
      <p:sp>
        <p:nvSpPr>
          <p:cNvPr id="5" name="TextBox 4">
            <a:extLst>
              <a:ext uri="{FF2B5EF4-FFF2-40B4-BE49-F238E27FC236}">
                <a16:creationId xmlns:a16="http://schemas.microsoft.com/office/drawing/2014/main" id="{A4C00E5F-A936-2EA9-5875-80923EB199DF}"/>
              </a:ext>
            </a:extLst>
          </p:cNvPr>
          <p:cNvSpPr txBox="1"/>
          <p:nvPr/>
        </p:nvSpPr>
        <p:spPr>
          <a:xfrm>
            <a:off x="909484" y="2473297"/>
            <a:ext cx="16611600" cy="7478970"/>
          </a:xfrm>
          <a:prstGeom prst="rect">
            <a:avLst/>
          </a:prstGeom>
          <a:noFill/>
        </p:spPr>
        <p:txBody>
          <a:bodyPr wrap="square" rtlCol="0">
            <a:spAutoFit/>
          </a:bodyPr>
          <a:lstStyle/>
          <a:p>
            <a:r>
              <a:rPr lang="en-US" sz="3200" b="0" i="0" u="none" strike="noStrike" baseline="0" dirty="0">
                <a:solidFill>
                  <a:schemeClr val="bg1"/>
                </a:solidFill>
                <a:latin typeface="Times New Roman" panose="02020603050405020304" pitchFamily="18" charset="0"/>
              </a:rPr>
              <a:t>From the present study it is concluded that most of the respondents Belong to the Urban area and young age group peoples, and they are found active in there. Technological involvements which contribute somehow to economy, the respondents are male and most of the males belong to students category Majority of men are under graduate and some of them are completed their degree. Most of the male are live in urban area which are uses technology most. It is revealed that majority of the respondents are uses technology in their day-to-day life. It is concluded regarding to the experience about the use of technology they are using technology near about4 to 5 hours daily. The technology pays vital role in growing economy and the economy has </a:t>
            </a:r>
          </a:p>
          <a:p>
            <a:r>
              <a:rPr lang="en-US" sz="3200" b="0" i="0" u="none" strike="noStrike" baseline="0" dirty="0">
                <a:solidFill>
                  <a:schemeClr val="bg1"/>
                </a:solidFill>
                <a:latin typeface="Times New Roman" panose="02020603050405020304" pitchFamily="18" charset="0"/>
              </a:rPr>
              <a:t>significant influences by technology. in this research we see how the businesses sectors and education sectors use technology and helps economy to grow </a:t>
            </a:r>
          </a:p>
          <a:p>
            <a:r>
              <a:rPr lang="en-US" sz="3200" b="0" i="0" u="none" strike="noStrike" baseline="0" dirty="0">
                <a:solidFill>
                  <a:schemeClr val="bg1"/>
                </a:solidFill>
                <a:latin typeface="Times New Roman" panose="02020603050405020304" pitchFamily="18" charset="0"/>
              </a:rPr>
              <a:t>Statistically it shows the involvement of technology and how technology gives the solution of problems and technology is effective tool for economy. technology plays a crucial role in promoting economic development by driving innovation, increasing efficiency, facilitating globalization, improving education and training, and enhancing infrastructure. However, the impact of technology on economic development depends on how it is implemented and managed. </a:t>
            </a:r>
            <a:endParaRPr lang="en-IN" sz="3200" dirty="0">
              <a:solidFill>
                <a:schemeClr val="bg1"/>
              </a:solidFill>
            </a:endParaRPr>
          </a:p>
        </p:txBody>
      </p:sp>
    </p:spTree>
    <p:extLst>
      <p:ext uri="{BB962C8B-B14F-4D97-AF65-F5344CB8AC3E}">
        <p14:creationId xmlns:p14="http://schemas.microsoft.com/office/powerpoint/2010/main" val="390108533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p:nvPr/>
        </p:nvSpPr>
        <p:spPr>
          <a:xfrm>
            <a:off x="3417146" y="3775448"/>
            <a:ext cx="10667999" cy="1089506"/>
          </a:xfrm>
          <a:custGeom>
            <a:avLst/>
            <a:gdLst/>
            <a:ahLst/>
            <a:cxnLst/>
            <a:rect l="l" t="t" r="r" b="b"/>
            <a:pathLst>
              <a:path w="4674234" h="1360170">
                <a:moveTo>
                  <a:pt x="4006839" y="1359743"/>
                </a:moveTo>
                <a:lnTo>
                  <a:pt x="679886" y="1359743"/>
                </a:lnTo>
                <a:lnTo>
                  <a:pt x="631332" y="1358036"/>
                </a:lnTo>
                <a:lnTo>
                  <a:pt x="583700" y="1352991"/>
                </a:lnTo>
                <a:lnTo>
                  <a:pt x="537103" y="1344724"/>
                </a:lnTo>
                <a:lnTo>
                  <a:pt x="491659" y="1333349"/>
                </a:lnTo>
                <a:lnTo>
                  <a:pt x="447480" y="1318982"/>
                </a:lnTo>
                <a:lnTo>
                  <a:pt x="404683" y="1301738"/>
                </a:lnTo>
                <a:lnTo>
                  <a:pt x="363383" y="1281732"/>
                </a:lnTo>
                <a:lnTo>
                  <a:pt x="323694" y="1259078"/>
                </a:lnTo>
                <a:lnTo>
                  <a:pt x="285732" y="1233893"/>
                </a:lnTo>
                <a:lnTo>
                  <a:pt x="249612" y="1206290"/>
                </a:lnTo>
                <a:lnTo>
                  <a:pt x="215448" y="1176385"/>
                </a:lnTo>
                <a:lnTo>
                  <a:pt x="183357" y="1144293"/>
                </a:lnTo>
                <a:lnTo>
                  <a:pt x="153452" y="1110130"/>
                </a:lnTo>
                <a:lnTo>
                  <a:pt x="125849" y="1074010"/>
                </a:lnTo>
                <a:lnTo>
                  <a:pt x="100664" y="1036048"/>
                </a:lnTo>
                <a:lnTo>
                  <a:pt x="78010" y="996359"/>
                </a:lnTo>
                <a:lnTo>
                  <a:pt x="58004" y="955058"/>
                </a:lnTo>
                <a:lnTo>
                  <a:pt x="40759" y="912262"/>
                </a:lnTo>
                <a:lnTo>
                  <a:pt x="26393" y="868083"/>
                </a:lnTo>
                <a:lnTo>
                  <a:pt x="15018" y="822638"/>
                </a:lnTo>
                <a:lnTo>
                  <a:pt x="6751" y="776042"/>
                </a:lnTo>
                <a:lnTo>
                  <a:pt x="1706" y="728410"/>
                </a:lnTo>
                <a:lnTo>
                  <a:pt x="0" y="679866"/>
                </a:lnTo>
                <a:lnTo>
                  <a:pt x="1706" y="631302"/>
                </a:lnTo>
                <a:lnTo>
                  <a:pt x="6751" y="583670"/>
                </a:lnTo>
                <a:lnTo>
                  <a:pt x="15018" y="537075"/>
                </a:lnTo>
                <a:lnTo>
                  <a:pt x="26393" y="491631"/>
                </a:lnTo>
                <a:lnTo>
                  <a:pt x="40759" y="447454"/>
                </a:lnTo>
                <a:lnTo>
                  <a:pt x="58004" y="404658"/>
                </a:lnTo>
                <a:lnTo>
                  <a:pt x="78010" y="363360"/>
                </a:lnTo>
                <a:lnTo>
                  <a:pt x="100664" y="323673"/>
                </a:lnTo>
                <a:lnTo>
                  <a:pt x="125849" y="285712"/>
                </a:lnTo>
                <a:lnTo>
                  <a:pt x="153452" y="249594"/>
                </a:lnTo>
                <a:lnTo>
                  <a:pt x="183357" y="215432"/>
                </a:lnTo>
                <a:lnTo>
                  <a:pt x="215448" y="183343"/>
                </a:lnTo>
                <a:lnTo>
                  <a:pt x="249612" y="153440"/>
                </a:lnTo>
                <a:lnTo>
                  <a:pt x="285732" y="125839"/>
                </a:lnTo>
                <a:lnTo>
                  <a:pt x="323694" y="100655"/>
                </a:lnTo>
                <a:lnTo>
                  <a:pt x="363383" y="78004"/>
                </a:lnTo>
                <a:lnTo>
                  <a:pt x="404683" y="57999"/>
                </a:lnTo>
                <a:lnTo>
                  <a:pt x="447480" y="40756"/>
                </a:lnTo>
                <a:lnTo>
                  <a:pt x="491659" y="26390"/>
                </a:lnTo>
                <a:lnTo>
                  <a:pt x="537103" y="15017"/>
                </a:lnTo>
                <a:lnTo>
                  <a:pt x="583700" y="6751"/>
                </a:lnTo>
                <a:lnTo>
                  <a:pt x="631332" y="1706"/>
                </a:lnTo>
                <a:lnTo>
                  <a:pt x="679883" y="0"/>
                </a:lnTo>
                <a:lnTo>
                  <a:pt x="4006842" y="0"/>
                </a:lnTo>
                <a:lnTo>
                  <a:pt x="4055393" y="1706"/>
                </a:lnTo>
                <a:lnTo>
                  <a:pt x="4103025" y="6751"/>
                </a:lnTo>
                <a:lnTo>
                  <a:pt x="4149622" y="15017"/>
                </a:lnTo>
                <a:lnTo>
                  <a:pt x="4195066" y="26390"/>
                </a:lnTo>
                <a:lnTo>
                  <a:pt x="4239245" y="40756"/>
                </a:lnTo>
                <a:lnTo>
                  <a:pt x="4282042" y="57999"/>
                </a:lnTo>
                <a:lnTo>
                  <a:pt x="4323342" y="78004"/>
                </a:lnTo>
                <a:lnTo>
                  <a:pt x="4363031" y="100655"/>
                </a:lnTo>
                <a:lnTo>
                  <a:pt x="4400993" y="125839"/>
                </a:lnTo>
                <a:lnTo>
                  <a:pt x="4437113" y="153440"/>
                </a:lnTo>
                <a:lnTo>
                  <a:pt x="4471277" y="183343"/>
                </a:lnTo>
                <a:lnTo>
                  <a:pt x="4503368" y="215432"/>
                </a:lnTo>
                <a:lnTo>
                  <a:pt x="4533273" y="249594"/>
                </a:lnTo>
                <a:lnTo>
                  <a:pt x="4560876" y="285712"/>
                </a:lnTo>
                <a:lnTo>
                  <a:pt x="4586061" y="323673"/>
                </a:lnTo>
                <a:lnTo>
                  <a:pt x="4608715" y="363360"/>
                </a:lnTo>
                <a:lnTo>
                  <a:pt x="4628721" y="404658"/>
                </a:lnTo>
                <a:lnTo>
                  <a:pt x="4645966" y="447454"/>
                </a:lnTo>
                <a:lnTo>
                  <a:pt x="4660332" y="491631"/>
                </a:lnTo>
                <a:lnTo>
                  <a:pt x="4671707" y="537075"/>
                </a:lnTo>
                <a:lnTo>
                  <a:pt x="4674172" y="550966"/>
                </a:lnTo>
                <a:lnTo>
                  <a:pt x="4674172" y="808747"/>
                </a:lnTo>
                <a:lnTo>
                  <a:pt x="4660332" y="868083"/>
                </a:lnTo>
                <a:lnTo>
                  <a:pt x="4645966" y="912262"/>
                </a:lnTo>
                <a:lnTo>
                  <a:pt x="4628721" y="955058"/>
                </a:lnTo>
                <a:lnTo>
                  <a:pt x="4608715" y="996359"/>
                </a:lnTo>
                <a:lnTo>
                  <a:pt x="4586061" y="1036048"/>
                </a:lnTo>
                <a:lnTo>
                  <a:pt x="4560876" y="1074010"/>
                </a:lnTo>
                <a:lnTo>
                  <a:pt x="4533273" y="1110130"/>
                </a:lnTo>
                <a:lnTo>
                  <a:pt x="4503368" y="1144293"/>
                </a:lnTo>
                <a:lnTo>
                  <a:pt x="4471277" y="1176385"/>
                </a:lnTo>
                <a:lnTo>
                  <a:pt x="4437113" y="1206290"/>
                </a:lnTo>
                <a:lnTo>
                  <a:pt x="4400993" y="1233893"/>
                </a:lnTo>
                <a:lnTo>
                  <a:pt x="4363031" y="1259078"/>
                </a:lnTo>
                <a:lnTo>
                  <a:pt x="4323342" y="1281732"/>
                </a:lnTo>
                <a:lnTo>
                  <a:pt x="4282042" y="1301738"/>
                </a:lnTo>
                <a:lnTo>
                  <a:pt x="4239245" y="1318982"/>
                </a:lnTo>
                <a:lnTo>
                  <a:pt x="4195066" y="1333349"/>
                </a:lnTo>
                <a:lnTo>
                  <a:pt x="4149622" y="1344724"/>
                </a:lnTo>
                <a:lnTo>
                  <a:pt x="4103025" y="1352991"/>
                </a:lnTo>
                <a:lnTo>
                  <a:pt x="4055393" y="1358036"/>
                </a:lnTo>
                <a:lnTo>
                  <a:pt x="4006839" y="1359743"/>
                </a:lnTo>
                <a:close/>
              </a:path>
            </a:pathLst>
          </a:custGeom>
          <a:solidFill>
            <a:srgbClr val="BAEF4B"/>
          </a:solidFill>
        </p:spPr>
        <p:txBody>
          <a:bodyPr wrap="square" lIns="0" tIns="0" rIns="0" bIns="0" rtlCol="0"/>
          <a:lstStyle/>
          <a:p>
            <a:pPr algn="ctr"/>
            <a:endParaRPr/>
          </a:p>
        </p:txBody>
      </p:sp>
      <p:sp>
        <p:nvSpPr>
          <p:cNvPr id="9" name="object 9"/>
          <p:cNvSpPr/>
          <p:nvPr/>
        </p:nvSpPr>
        <p:spPr>
          <a:xfrm>
            <a:off x="3382734" y="5422047"/>
            <a:ext cx="10787333" cy="1089506"/>
          </a:xfrm>
          <a:custGeom>
            <a:avLst/>
            <a:gdLst/>
            <a:ahLst/>
            <a:cxnLst/>
            <a:rect l="l" t="t" r="r" b="b"/>
            <a:pathLst>
              <a:path w="4674234" h="1360170">
                <a:moveTo>
                  <a:pt x="4006839" y="1359743"/>
                </a:moveTo>
                <a:lnTo>
                  <a:pt x="679886" y="1359743"/>
                </a:lnTo>
                <a:lnTo>
                  <a:pt x="631333" y="1358036"/>
                </a:lnTo>
                <a:lnTo>
                  <a:pt x="583700" y="1352991"/>
                </a:lnTo>
                <a:lnTo>
                  <a:pt x="537104" y="1344724"/>
                </a:lnTo>
                <a:lnTo>
                  <a:pt x="491659" y="1333349"/>
                </a:lnTo>
                <a:lnTo>
                  <a:pt x="447481" y="1318982"/>
                </a:lnTo>
                <a:lnTo>
                  <a:pt x="404684" y="1301738"/>
                </a:lnTo>
                <a:lnTo>
                  <a:pt x="363383" y="1281732"/>
                </a:lnTo>
                <a:lnTo>
                  <a:pt x="323695" y="1259078"/>
                </a:lnTo>
                <a:lnTo>
                  <a:pt x="285733" y="1233893"/>
                </a:lnTo>
                <a:lnTo>
                  <a:pt x="249612" y="1206290"/>
                </a:lnTo>
                <a:lnTo>
                  <a:pt x="215449" y="1176385"/>
                </a:lnTo>
                <a:lnTo>
                  <a:pt x="183357" y="1144293"/>
                </a:lnTo>
                <a:lnTo>
                  <a:pt x="153452" y="1110130"/>
                </a:lnTo>
                <a:lnTo>
                  <a:pt x="125850" y="1074010"/>
                </a:lnTo>
                <a:lnTo>
                  <a:pt x="100664" y="1036048"/>
                </a:lnTo>
                <a:lnTo>
                  <a:pt x="78010" y="996359"/>
                </a:lnTo>
                <a:lnTo>
                  <a:pt x="58004" y="955058"/>
                </a:lnTo>
                <a:lnTo>
                  <a:pt x="40760" y="912262"/>
                </a:lnTo>
                <a:lnTo>
                  <a:pt x="26393" y="868083"/>
                </a:lnTo>
                <a:lnTo>
                  <a:pt x="15018" y="822638"/>
                </a:lnTo>
                <a:lnTo>
                  <a:pt x="6751" y="776042"/>
                </a:lnTo>
                <a:lnTo>
                  <a:pt x="1707" y="728410"/>
                </a:lnTo>
                <a:lnTo>
                  <a:pt x="0" y="679856"/>
                </a:lnTo>
                <a:lnTo>
                  <a:pt x="1707" y="631302"/>
                </a:lnTo>
                <a:lnTo>
                  <a:pt x="6751" y="583670"/>
                </a:lnTo>
                <a:lnTo>
                  <a:pt x="15018" y="537075"/>
                </a:lnTo>
                <a:lnTo>
                  <a:pt x="26393" y="491631"/>
                </a:lnTo>
                <a:lnTo>
                  <a:pt x="40760" y="447454"/>
                </a:lnTo>
                <a:lnTo>
                  <a:pt x="58004" y="404658"/>
                </a:lnTo>
                <a:lnTo>
                  <a:pt x="78010" y="363360"/>
                </a:lnTo>
                <a:lnTo>
                  <a:pt x="100664" y="323673"/>
                </a:lnTo>
                <a:lnTo>
                  <a:pt x="125850" y="285712"/>
                </a:lnTo>
                <a:lnTo>
                  <a:pt x="153452" y="249594"/>
                </a:lnTo>
                <a:lnTo>
                  <a:pt x="183357" y="215432"/>
                </a:lnTo>
                <a:lnTo>
                  <a:pt x="215449" y="183343"/>
                </a:lnTo>
                <a:lnTo>
                  <a:pt x="249612" y="153440"/>
                </a:lnTo>
                <a:lnTo>
                  <a:pt x="285733" y="125839"/>
                </a:lnTo>
                <a:lnTo>
                  <a:pt x="323695" y="100655"/>
                </a:lnTo>
                <a:lnTo>
                  <a:pt x="363383" y="78004"/>
                </a:lnTo>
                <a:lnTo>
                  <a:pt x="404684" y="57999"/>
                </a:lnTo>
                <a:lnTo>
                  <a:pt x="447481" y="40756"/>
                </a:lnTo>
                <a:lnTo>
                  <a:pt x="491659" y="26390"/>
                </a:lnTo>
                <a:lnTo>
                  <a:pt x="537104" y="15017"/>
                </a:lnTo>
                <a:lnTo>
                  <a:pt x="583700" y="6751"/>
                </a:lnTo>
                <a:lnTo>
                  <a:pt x="631333" y="1706"/>
                </a:lnTo>
                <a:lnTo>
                  <a:pt x="679883" y="0"/>
                </a:lnTo>
                <a:lnTo>
                  <a:pt x="4006843" y="0"/>
                </a:lnTo>
                <a:lnTo>
                  <a:pt x="4055393" y="1706"/>
                </a:lnTo>
                <a:lnTo>
                  <a:pt x="4103026" y="6751"/>
                </a:lnTo>
                <a:lnTo>
                  <a:pt x="4149622" y="15017"/>
                </a:lnTo>
                <a:lnTo>
                  <a:pt x="4195067" y="26390"/>
                </a:lnTo>
                <a:lnTo>
                  <a:pt x="4239245" y="40756"/>
                </a:lnTo>
                <a:lnTo>
                  <a:pt x="4282042" y="57999"/>
                </a:lnTo>
                <a:lnTo>
                  <a:pt x="4323342" y="78004"/>
                </a:lnTo>
                <a:lnTo>
                  <a:pt x="4363031" y="100655"/>
                </a:lnTo>
                <a:lnTo>
                  <a:pt x="4400993" y="125839"/>
                </a:lnTo>
                <a:lnTo>
                  <a:pt x="4437114" y="153440"/>
                </a:lnTo>
                <a:lnTo>
                  <a:pt x="4471277" y="183343"/>
                </a:lnTo>
                <a:lnTo>
                  <a:pt x="4503369" y="215432"/>
                </a:lnTo>
                <a:lnTo>
                  <a:pt x="4533273" y="249594"/>
                </a:lnTo>
                <a:lnTo>
                  <a:pt x="4560876" y="285712"/>
                </a:lnTo>
                <a:lnTo>
                  <a:pt x="4586062" y="323673"/>
                </a:lnTo>
                <a:lnTo>
                  <a:pt x="4608715" y="363360"/>
                </a:lnTo>
                <a:lnTo>
                  <a:pt x="4628722" y="404658"/>
                </a:lnTo>
                <a:lnTo>
                  <a:pt x="4645966" y="447454"/>
                </a:lnTo>
                <a:lnTo>
                  <a:pt x="4660333" y="491631"/>
                </a:lnTo>
                <a:lnTo>
                  <a:pt x="4671707" y="537075"/>
                </a:lnTo>
                <a:lnTo>
                  <a:pt x="4674171" y="550961"/>
                </a:lnTo>
                <a:lnTo>
                  <a:pt x="4674171" y="808752"/>
                </a:lnTo>
                <a:lnTo>
                  <a:pt x="4660333" y="868083"/>
                </a:lnTo>
                <a:lnTo>
                  <a:pt x="4645966" y="912262"/>
                </a:lnTo>
                <a:lnTo>
                  <a:pt x="4628722" y="955058"/>
                </a:lnTo>
                <a:lnTo>
                  <a:pt x="4608715" y="996359"/>
                </a:lnTo>
                <a:lnTo>
                  <a:pt x="4586062" y="1036048"/>
                </a:lnTo>
                <a:lnTo>
                  <a:pt x="4560876" y="1074010"/>
                </a:lnTo>
                <a:lnTo>
                  <a:pt x="4533273" y="1110130"/>
                </a:lnTo>
                <a:lnTo>
                  <a:pt x="4503369" y="1144293"/>
                </a:lnTo>
                <a:lnTo>
                  <a:pt x="4471277" y="1176385"/>
                </a:lnTo>
                <a:lnTo>
                  <a:pt x="4437114" y="1206290"/>
                </a:lnTo>
                <a:lnTo>
                  <a:pt x="4400993" y="1233893"/>
                </a:lnTo>
                <a:lnTo>
                  <a:pt x="4363031" y="1259078"/>
                </a:lnTo>
                <a:lnTo>
                  <a:pt x="4323342" y="1281732"/>
                </a:lnTo>
                <a:lnTo>
                  <a:pt x="4282042" y="1301738"/>
                </a:lnTo>
                <a:lnTo>
                  <a:pt x="4239245" y="1318982"/>
                </a:lnTo>
                <a:lnTo>
                  <a:pt x="4195067" y="1333349"/>
                </a:lnTo>
                <a:lnTo>
                  <a:pt x="4149622" y="1344724"/>
                </a:lnTo>
                <a:lnTo>
                  <a:pt x="4103026" y="1352991"/>
                </a:lnTo>
                <a:lnTo>
                  <a:pt x="4055393" y="1358036"/>
                </a:lnTo>
                <a:lnTo>
                  <a:pt x="4006839" y="1359743"/>
                </a:lnTo>
                <a:close/>
              </a:path>
            </a:pathLst>
          </a:custGeom>
          <a:solidFill>
            <a:srgbClr val="BAEF4B"/>
          </a:solidFill>
        </p:spPr>
        <p:txBody>
          <a:bodyPr wrap="square" lIns="0" tIns="0" rIns="0" bIns="0" rtlCol="0"/>
          <a:lstStyle/>
          <a:p>
            <a:pPr algn="ctr"/>
            <a:endParaRPr/>
          </a:p>
        </p:txBody>
      </p:sp>
      <p:sp>
        <p:nvSpPr>
          <p:cNvPr id="10" name="object 10"/>
          <p:cNvSpPr/>
          <p:nvPr/>
        </p:nvSpPr>
        <p:spPr>
          <a:xfrm>
            <a:off x="3407313" y="2106838"/>
            <a:ext cx="10668000" cy="1005267"/>
          </a:xfrm>
          <a:custGeom>
            <a:avLst/>
            <a:gdLst/>
            <a:ahLst/>
            <a:cxnLst/>
            <a:rect l="l" t="t" r="r" b="b"/>
            <a:pathLst>
              <a:path w="4674235" h="1360170">
                <a:moveTo>
                  <a:pt x="4006812" y="1359743"/>
                </a:moveTo>
                <a:lnTo>
                  <a:pt x="679877" y="1359743"/>
                </a:lnTo>
                <a:lnTo>
                  <a:pt x="631323" y="1358036"/>
                </a:lnTo>
                <a:lnTo>
                  <a:pt x="583690" y="1352991"/>
                </a:lnTo>
                <a:lnTo>
                  <a:pt x="537094" y="1344724"/>
                </a:lnTo>
                <a:lnTo>
                  <a:pt x="491649" y="1333349"/>
                </a:lnTo>
                <a:lnTo>
                  <a:pt x="447471" y="1318982"/>
                </a:lnTo>
                <a:lnTo>
                  <a:pt x="404675" y="1301738"/>
                </a:lnTo>
                <a:lnTo>
                  <a:pt x="363375" y="1281732"/>
                </a:lnTo>
                <a:lnTo>
                  <a:pt x="323687" y="1259078"/>
                </a:lnTo>
                <a:lnTo>
                  <a:pt x="285725" y="1233893"/>
                </a:lnTo>
                <a:lnTo>
                  <a:pt x="249606" y="1206290"/>
                </a:lnTo>
                <a:lnTo>
                  <a:pt x="215443" y="1176385"/>
                </a:lnTo>
                <a:lnTo>
                  <a:pt x="183352" y="1144293"/>
                </a:lnTo>
                <a:lnTo>
                  <a:pt x="153448" y="1110130"/>
                </a:lnTo>
                <a:lnTo>
                  <a:pt x="125846" y="1074010"/>
                </a:lnTo>
                <a:lnTo>
                  <a:pt x="100661" y="1036048"/>
                </a:lnTo>
                <a:lnTo>
                  <a:pt x="78008" y="996359"/>
                </a:lnTo>
                <a:lnTo>
                  <a:pt x="58002" y="955058"/>
                </a:lnTo>
                <a:lnTo>
                  <a:pt x="40758" y="912262"/>
                </a:lnTo>
                <a:lnTo>
                  <a:pt x="26392" y="868083"/>
                </a:lnTo>
                <a:lnTo>
                  <a:pt x="15018" y="822638"/>
                </a:lnTo>
                <a:lnTo>
                  <a:pt x="6751" y="776042"/>
                </a:lnTo>
                <a:lnTo>
                  <a:pt x="1707" y="728410"/>
                </a:lnTo>
                <a:lnTo>
                  <a:pt x="0" y="679856"/>
                </a:lnTo>
                <a:lnTo>
                  <a:pt x="1707" y="631302"/>
                </a:lnTo>
                <a:lnTo>
                  <a:pt x="6751" y="583670"/>
                </a:lnTo>
                <a:lnTo>
                  <a:pt x="15018" y="537075"/>
                </a:lnTo>
                <a:lnTo>
                  <a:pt x="26392" y="491631"/>
                </a:lnTo>
                <a:lnTo>
                  <a:pt x="40758" y="447454"/>
                </a:lnTo>
                <a:lnTo>
                  <a:pt x="58002" y="404658"/>
                </a:lnTo>
                <a:lnTo>
                  <a:pt x="78008" y="363360"/>
                </a:lnTo>
                <a:lnTo>
                  <a:pt x="100661" y="323673"/>
                </a:lnTo>
                <a:lnTo>
                  <a:pt x="125846" y="285712"/>
                </a:lnTo>
                <a:lnTo>
                  <a:pt x="153448" y="249594"/>
                </a:lnTo>
                <a:lnTo>
                  <a:pt x="183352" y="215432"/>
                </a:lnTo>
                <a:lnTo>
                  <a:pt x="215443" y="183343"/>
                </a:lnTo>
                <a:lnTo>
                  <a:pt x="249606" y="153440"/>
                </a:lnTo>
                <a:lnTo>
                  <a:pt x="285725" y="125839"/>
                </a:lnTo>
                <a:lnTo>
                  <a:pt x="323687" y="100655"/>
                </a:lnTo>
                <a:lnTo>
                  <a:pt x="363375" y="78004"/>
                </a:lnTo>
                <a:lnTo>
                  <a:pt x="404675" y="57999"/>
                </a:lnTo>
                <a:lnTo>
                  <a:pt x="447471" y="40756"/>
                </a:lnTo>
                <a:lnTo>
                  <a:pt x="491649" y="26390"/>
                </a:lnTo>
                <a:lnTo>
                  <a:pt x="537094" y="15017"/>
                </a:lnTo>
                <a:lnTo>
                  <a:pt x="583690" y="6751"/>
                </a:lnTo>
                <a:lnTo>
                  <a:pt x="631323" y="1706"/>
                </a:lnTo>
                <a:lnTo>
                  <a:pt x="679874" y="0"/>
                </a:lnTo>
                <a:lnTo>
                  <a:pt x="4006815" y="0"/>
                </a:lnTo>
                <a:lnTo>
                  <a:pt x="4055366" y="1706"/>
                </a:lnTo>
                <a:lnTo>
                  <a:pt x="4102998" y="6751"/>
                </a:lnTo>
                <a:lnTo>
                  <a:pt x="4149594" y="15017"/>
                </a:lnTo>
                <a:lnTo>
                  <a:pt x="4195039" y="26390"/>
                </a:lnTo>
                <a:lnTo>
                  <a:pt x="4239218" y="40756"/>
                </a:lnTo>
                <a:lnTo>
                  <a:pt x="4282015" y="57999"/>
                </a:lnTo>
                <a:lnTo>
                  <a:pt x="4323315" y="78004"/>
                </a:lnTo>
                <a:lnTo>
                  <a:pt x="4363004" y="100655"/>
                </a:lnTo>
                <a:lnTo>
                  <a:pt x="4400966" y="125839"/>
                </a:lnTo>
                <a:lnTo>
                  <a:pt x="4437086" y="153440"/>
                </a:lnTo>
                <a:lnTo>
                  <a:pt x="4471250" y="183343"/>
                </a:lnTo>
                <a:lnTo>
                  <a:pt x="4503341" y="215432"/>
                </a:lnTo>
                <a:lnTo>
                  <a:pt x="4533246" y="249594"/>
                </a:lnTo>
                <a:lnTo>
                  <a:pt x="4560849" y="285712"/>
                </a:lnTo>
                <a:lnTo>
                  <a:pt x="4586034" y="323673"/>
                </a:lnTo>
                <a:lnTo>
                  <a:pt x="4608688" y="363360"/>
                </a:lnTo>
                <a:lnTo>
                  <a:pt x="4628694" y="404658"/>
                </a:lnTo>
                <a:lnTo>
                  <a:pt x="4645939" y="447454"/>
                </a:lnTo>
                <a:lnTo>
                  <a:pt x="4660305" y="491631"/>
                </a:lnTo>
                <a:lnTo>
                  <a:pt x="4671680" y="537075"/>
                </a:lnTo>
                <a:lnTo>
                  <a:pt x="4674172" y="551119"/>
                </a:lnTo>
                <a:lnTo>
                  <a:pt x="4674172" y="808594"/>
                </a:lnTo>
                <a:lnTo>
                  <a:pt x="4660305" y="868083"/>
                </a:lnTo>
                <a:lnTo>
                  <a:pt x="4645939" y="912262"/>
                </a:lnTo>
                <a:lnTo>
                  <a:pt x="4628694" y="955058"/>
                </a:lnTo>
                <a:lnTo>
                  <a:pt x="4608688" y="996359"/>
                </a:lnTo>
                <a:lnTo>
                  <a:pt x="4586034" y="1036048"/>
                </a:lnTo>
                <a:lnTo>
                  <a:pt x="4560849" y="1074010"/>
                </a:lnTo>
                <a:lnTo>
                  <a:pt x="4533246" y="1110130"/>
                </a:lnTo>
                <a:lnTo>
                  <a:pt x="4503341" y="1144293"/>
                </a:lnTo>
                <a:lnTo>
                  <a:pt x="4471250" y="1176385"/>
                </a:lnTo>
                <a:lnTo>
                  <a:pt x="4437086" y="1206290"/>
                </a:lnTo>
                <a:lnTo>
                  <a:pt x="4400966" y="1233893"/>
                </a:lnTo>
                <a:lnTo>
                  <a:pt x="4363004" y="1259078"/>
                </a:lnTo>
                <a:lnTo>
                  <a:pt x="4323315" y="1281732"/>
                </a:lnTo>
                <a:lnTo>
                  <a:pt x="4282015" y="1301738"/>
                </a:lnTo>
                <a:lnTo>
                  <a:pt x="4239218" y="1318982"/>
                </a:lnTo>
                <a:lnTo>
                  <a:pt x="4195039" y="1333349"/>
                </a:lnTo>
                <a:lnTo>
                  <a:pt x="4149594" y="1344724"/>
                </a:lnTo>
                <a:lnTo>
                  <a:pt x="4102998" y="1352991"/>
                </a:lnTo>
                <a:lnTo>
                  <a:pt x="4055366" y="1358036"/>
                </a:lnTo>
                <a:lnTo>
                  <a:pt x="4006812" y="1359743"/>
                </a:lnTo>
                <a:close/>
              </a:path>
            </a:pathLst>
          </a:custGeom>
          <a:solidFill>
            <a:srgbClr val="BAEF4B"/>
          </a:solidFill>
        </p:spPr>
        <p:txBody>
          <a:bodyPr wrap="square" lIns="0" tIns="0" rIns="0" bIns="0" rtlCol="0"/>
          <a:lstStyle/>
          <a:p>
            <a:pPr algn="ctr"/>
            <a:endParaRPr dirty="0"/>
          </a:p>
        </p:txBody>
      </p:sp>
      <p:sp>
        <p:nvSpPr>
          <p:cNvPr id="11" name="object 11"/>
          <p:cNvSpPr txBox="1">
            <a:spLocks noGrp="1"/>
          </p:cNvSpPr>
          <p:nvPr>
            <p:ph type="title"/>
          </p:nvPr>
        </p:nvSpPr>
        <p:spPr>
          <a:xfrm>
            <a:off x="5913557" y="620743"/>
            <a:ext cx="5570196" cy="1028487"/>
          </a:xfrm>
          <a:prstGeom prst="rect">
            <a:avLst/>
          </a:prstGeom>
        </p:spPr>
        <p:txBody>
          <a:bodyPr vert="horz" wrap="square" lIns="0" tIns="12700" rIns="0" bIns="0" rtlCol="0">
            <a:spAutoFit/>
          </a:bodyPr>
          <a:lstStyle/>
          <a:p>
            <a:pPr marL="12700">
              <a:lnSpc>
                <a:spcPct val="100000"/>
              </a:lnSpc>
              <a:spcBef>
                <a:spcPts val="100"/>
              </a:spcBef>
            </a:pPr>
            <a:r>
              <a:rPr lang="en-IN" sz="6600" u="sng" dirty="0">
                <a:solidFill>
                  <a:srgbClr val="FF0000"/>
                </a:solidFill>
              </a:rPr>
              <a:t>Suggestion</a:t>
            </a:r>
            <a:endParaRPr sz="6600" u="sng" dirty="0">
              <a:solidFill>
                <a:srgbClr val="FF0000"/>
              </a:solidFill>
            </a:endParaRPr>
          </a:p>
        </p:txBody>
      </p:sp>
      <p:sp>
        <p:nvSpPr>
          <p:cNvPr id="12" name="object 12"/>
          <p:cNvSpPr txBox="1"/>
          <p:nvPr/>
        </p:nvSpPr>
        <p:spPr>
          <a:xfrm>
            <a:off x="4202855" y="3868281"/>
            <a:ext cx="8991600" cy="696344"/>
          </a:xfrm>
          <a:prstGeom prst="rect">
            <a:avLst/>
          </a:prstGeom>
        </p:spPr>
        <p:txBody>
          <a:bodyPr vert="horz" wrap="square" lIns="0" tIns="80010" rIns="0" bIns="0" rtlCol="0">
            <a:spAutoFit/>
          </a:bodyPr>
          <a:lstStyle/>
          <a:p>
            <a:pPr algn="ctr">
              <a:lnSpc>
                <a:spcPct val="100000"/>
              </a:lnSpc>
              <a:spcBef>
                <a:spcPts val="630"/>
              </a:spcBef>
            </a:pPr>
            <a:r>
              <a:rPr lang="en-IN" sz="4000" b="1" spc="114" dirty="0">
                <a:solidFill>
                  <a:srgbClr val="003873"/>
                </a:solidFill>
                <a:latin typeface="Arial"/>
                <a:cs typeface="Arial"/>
              </a:rPr>
              <a:t>2 Promote e- commerce </a:t>
            </a:r>
            <a:endParaRPr sz="4000" dirty="0">
              <a:latin typeface="Arial"/>
              <a:cs typeface="Arial"/>
            </a:endParaRPr>
          </a:p>
        </p:txBody>
      </p:sp>
      <p:sp>
        <p:nvSpPr>
          <p:cNvPr id="14" name="object 14"/>
          <p:cNvSpPr txBox="1"/>
          <p:nvPr/>
        </p:nvSpPr>
        <p:spPr>
          <a:xfrm>
            <a:off x="5295899" y="2220951"/>
            <a:ext cx="7696200" cy="757900"/>
          </a:xfrm>
          <a:prstGeom prst="rect">
            <a:avLst/>
          </a:prstGeom>
        </p:spPr>
        <p:txBody>
          <a:bodyPr vert="horz" wrap="square" lIns="0" tIns="80010" rIns="0" bIns="0" rtlCol="0">
            <a:spAutoFit/>
          </a:bodyPr>
          <a:lstStyle/>
          <a:p>
            <a:pPr marL="12700" algn="ctr">
              <a:lnSpc>
                <a:spcPct val="100000"/>
              </a:lnSpc>
              <a:spcBef>
                <a:spcPts val="630"/>
              </a:spcBef>
            </a:pPr>
            <a:r>
              <a:rPr lang="en-IN" sz="4400" b="1" spc="55" dirty="0">
                <a:solidFill>
                  <a:srgbClr val="003873"/>
                </a:solidFill>
                <a:latin typeface="Arial"/>
                <a:cs typeface="Arial"/>
              </a:rPr>
              <a:t>1Encourage digitalisation </a:t>
            </a:r>
            <a:endParaRPr sz="4400" dirty="0">
              <a:latin typeface="Arial"/>
              <a:cs typeface="Arial"/>
            </a:endParaRPr>
          </a:p>
        </p:txBody>
      </p:sp>
      <p:sp>
        <p:nvSpPr>
          <p:cNvPr id="15" name="object 10">
            <a:extLst>
              <a:ext uri="{FF2B5EF4-FFF2-40B4-BE49-F238E27FC236}">
                <a16:creationId xmlns:a16="http://schemas.microsoft.com/office/drawing/2014/main" id="{4A9AE9DF-B355-D6B9-D368-510505445CE5}"/>
              </a:ext>
            </a:extLst>
          </p:cNvPr>
          <p:cNvSpPr/>
          <p:nvPr/>
        </p:nvSpPr>
        <p:spPr>
          <a:xfrm>
            <a:off x="3382734" y="8496300"/>
            <a:ext cx="10787333" cy="1096888"/>
          </a:xfrm>
          <a:custGeom>
            <a:avLst/>
            <a:gdLst/>
            <a:ahLst/>
            <a:cxnLst/>
            <a:rect l="l" t="t" r="r" b="b"/>
            <a:pathLst>
              <a:path w="4674235" h="1360170">
                <a:moveTo>
                  <a:pt x="4006812" y="1359743"/>
                </a:moveTo>
                <a:lnTo>
                  <a:pt x="679877" y="1359743"/>
                </a:lnTo>
                <a:lnTo>
                  <a:pt x="631323" y="1358036"/>
                </a:lnTo>
                <a:lnTo>
                  <a:pt x="583690" y="1352991"/>
                </a:lnTo>
                <a:lnTo>
                  <a:pt x="537094" y="1344724"/>
                </a:lnTo>
                <a:lnTo>
                  <a:pt x="491649" y="1333349"/>
                </a:lnTo>
                <a:lnTo>
                  <a:pt x="447471" y="1318982"/>
                </a:lnTo>
                <a:lnTo>
                  <a:pt x="404675" y="1301738"/>
                </a:lnTo>
                <a:lnTo>
                  <a:pt x="363375" y="1281732"/>
                </a:lnTo>
                <a:lnTo>
                  <a:pt x="323687" y="1259078"/>
                </a:lnTo>
                <a:lnTo>
                  <a:pt x="285725" y="1233893"/>
                </a:lnTo>
                <a:lnTo>
                  <a:pt x="249606" y="1206290"/>
                </a:lnTo>
                <a:lnTo>
                  <a:pt x="215443" y="1176385"/>
                </a:lnTo>
                <a:lnTo>
                  <a:pt x="183352" y="1144293"/>
                </a:lnTo>
                <a:lnTo>
                  <a:pt x="153448" y="1110130"/>
                </a:lnTo>
                <a:lnTo>
                  <a:pt x="125846" y="1074010"/>
                </a:lnTo>
                <a:lnTo>
                  <a:pt x="100661" y="1036048"/>
                </a:lnTo>
                <a:lnTo>
                  <a:pt x="78008" y="996359"/>
                </a:lnTo>
                <a:lnTo>
                  <a:pt x="58002" y="955058"/>
                </a:lnTo>
                <a:lnTo>
                  <a:pt x="40758" y="912262"/>
                </a:lnTo>
                <a:lnTo>
                  <a:pt x="26392" y="868083"/>
                </a:lnTo>
                <a:lnTo>
                  <a:pt x="15018" y="822638"/>
                </a:lnTo>
                <a:lnTo>
                  <a:pt x="6751" y="776042"/>
                </a:lnTo>
                <a:lnTo>
                  <a:pt x="1707" y="728410"/>
                </a:lnTo>
                <a:lnTo>
                  <a:pt x="0" y="679856"/>
                </a:lnTo>
                <a:lnTo>
                  <a:pt x="1707" y="631302"/>
                </a:lnTo>
                <a:lnTo>
                  <a:pt x="6751" y="583670"/>
                </a:lnTo>
                <a:lnTo>
                  <a:pt x="15018" y="537075"/>
                </a:lnTo>
                <a:lnTo>
                  <a:pt x="26392" y="491631"/>
                </a:lnTo>
                <a:lnTo>
                  <a:pt x="40758" y="447454"/>
                </a:lnTo>
                <a:lnTo>
                  <a:pt x="58002" y="404658"/>
                </a:lnTo>
                <a:lnTo>
                  <a:pt x="78008" y="363360"/>
                </a:lnTo>
                <a:lnTo>
                  <a:pt x="100661" y="323673"/>
                </a:lnTo>
                <a:lnTo>
                  <a:pt x="125846" y="285712"/>
                </a:lnTo>
                <a:lnTo>
                  <a:pt x="153448" y="249594"/>
                </a:lnTo>
                <a:lnTo>
                  <a:pt x="183352" y="215432"/>
                </a:lnTo>
                <a:lnTo>
                  <a:pt x="215443" y="183343"/>
                </a:lnTo>
                <a:lnTo>
                  <a:pt x="249606" y="153440"/>
                </a:lnTo>
                <a:lnTo>
                  <a:pt x="285725" y="125839"/>
                </a:lnTo>
                <a:lnTo>
                  <a:pt x="323687" y="100655"/>
                </a:lnTo>
                <a:lnTo>
                  <a:pt x="363375" y="78004"/>
                </a:lnTo>
                <a:lnTo>
                  <a:pt x="404675" y="57999"/>
                </a:lnTo>
                <a:lnTo>
                  <a:pt x="447471" y="40756"/>
                </a:lnTo>
                <a:lnTo>
                  <a:pt x="491649" y="26390"/>
                </a:lnTo>
                <a:lnTo>
                  <a:pt x="537094" y="15017"/>
                </a:lnTo>
                <a:lnTo>
                  <a:pt x="583690" y="6751"/>
                </a:lnTo>
                <a:lnTo>
                  <a:pt x="631323" y="1706"/>
                </a:lnTo>
                <a:lnTo>
                  <a:pt x="679874" y="0"/>
                </a:lnTo>
                <a:lnTo>
                  <a:pt x="4006815" y="0"/>
                </a:lnTo>
                <a:lnTo>
                  <a:pt x="4055366" y="1706"/>
                </a:lnTo>
                <a:lnTo>
                  <a:pt x="4102998" y="6751"/>
                </a:lnTo>
                <a:lnTo>
                  <a:pt x="4149594" y="15017"/>
                </a:lnTo>
                <a:lnTo>
                  <a:pt x="4195039" y="26390"/>
                </a:lnTo>
                <a:lnTo>
                  <a:pt x="4239218" y="40756"/>
                </a:lnTo>
                <a:lnTo>
                  <a:pt x="4282015" y="57999"/>
                </a:lnTo>
                <a:lnTo>
                  <a:pt x="4323315" y="78004"/>
                </a:lnTo>
                <a:lnTo>
                  <a:pt x="4363004" y="100655"/>
                </a:lnTo>
                <a:lnTo>
                  <a:pt x="4400966" y="125839"/>
                </a:lnTo>
                <a:lnTo>
                  <a:pt x="4437086" y="153440"/>
                </a:lnTo>
                <a:lnTo>
                  <a:pt x="4471250" y="183343"/>
                </a:lnTo>
                <a:lnTo>
                  <a:pt x="4503341" y="215432"/>
                </a:lnTo>
                <a:lnTo>
                  <a:pt x="4533246" y="249594"/>
                </a:lnTo>
                <a:lnTo>
                  <a:pt x="4560849" y="285712"/>
                </a:lnTo>
                <a:lnTo>
                  <a:pt x="4586034" y="323673"/>
                </a:lnTo>
                <a:lnTo>
                  <a:pt x="4608688" y="363360"/>
                </a:lnTo>
                <a:lnTo>
                  <a:pt x="4628694" y="404658"/>
                </a:lnTo>
                <a:lnTo>
                  <a:pt x="4645939" y="447454"/>
                </a:lnTo>
                <a:lnTo>
                  <a:pt x="4660305" y="491631"/>
                </a:lnTo>
                <a:lnTo>
                  <a:pt x="4671680" y="537075"/>
                </a:lnTo>
                <a:lnTo>
                  <a:pt x="4674172" y="551119"/>
                </a:lnTo>
                <a:lnTo>
                  <a:pt x="4674172" y="808594"/>
                </a:lnTo>
                <a:lnTo>
                  <a:pt x="4660305" y="868083"/>
                </a:lnTo>
                <a:lnTo>
                  <a:pt x="4645939" y="912262"/>
                </a:lnTo>
                <a:lnTo>
                  <a:pt x="4628694" y="955058"/>
                </a:lnTo>
                <a:lnTo>
                  <a:pt x="4608688" y="996359"/>
                </a:lnTo>
                <a:lnTo>
                  <a:pt x="4586034" y="1036048"/>
                </a:lnTo>
                <a:lnTo>
                  <a:pt x="4560849" y="1074010"/>
                </a:lnTo>
                <a:lnTo>
                  <a:pt x="4533246" y="1110130"/>
                </a:lnTo>
                <a:lnTo>
                  <a:pt x="4503341" y="1144293"/>
                </a:lnTo>
                <a:lnTo>
                  <a:pt x="4471250" y="1176385"/>
                </a:lnTo>
                <a:lnTo>
                  <a:pt x="4437086" y="1206290"/>
                </a:lnTo>
                <a:lnTo>
                  <a:pt x="4400966" y="1233893"/>
                </a:lnTo>
                <a:lnTo>
                  <a:pt x="4363004" y="1259078"/>
                </a:lnTo>
                <a:lnTo>
                  <a:pt x="4323315" y="1281732"/>
                </a:lnTo>
                <a:lnTo>
                  <a:pt x="4282015" y="1301738"/>
                </a:lnTo>
                <a:lnTo>
                  <a:pt x="4239218" y="1318982"/>
                </a:lnTo>
                <a:lnTo>
                  <a:pt x="4195039" y="1333349"/>
                </a:lnTo>
                <a:lnTo>
                  <a:pt x="4149594" y="1344724"/>
                </a:lnTo>
                <a:lnTo>
                  <a:pt x="4102998" y="1352991"/>
                </a:lnTo>
                <a:lnTo>
                  <a:pt x="4055366" y="1358036"/>
                </a:lnTo>
                <a:lnTo>
                  <a:pt x="4006812" y="1359743"/>
                </a:lnTo>
                <a:close/>
              </a:path>
            </a:pathLst>
          </a:custGeom>
          <a:solidFill>
            <a:srgbClr val="BAEF4B"/>
          </a:solidFill>
        </p:spPr>
        <p:txBody>
          <a:bodyPr wrap="square" lIns="0" tIns="0" rIns="0" bIns="0" rtlCol="0"/>
          <a:lstStyle/>
          <a:p>
            <a:pPr algn="ctr"/>
            <a:endParaRPr dirty="0"/>
          </a:p>
        </p:txBody>
      </p:sp>
      <p:sp>
        <p:nvSpPr>
          <p:cNvPr id="16" name="object 13">
            <a:extLst>
              <a:ext uri="{FF2B5EF4-FFF2-40B4-BE49-F238E27FC236}">
                <a16:creationId xmlns:a16="http://schemas.microsoft.com/office/drawing/2014/main" id="{D1A8F9EF-BA1D-A628-4C91-34F33649D889}"/>
              </a:ext>
            </a:extLst>
          </p:cNvPr>
          <p:cNvSpPr txBox="1"/>
          <p:nvPr/>
        </p:nvSpPr>
        <p:spPr>
          <a:xfrm>
            <a:off x="4795236" y="5466881"/>
            <a:ext cx="7911818" cy="757900"/>
          </a:xfrm>
          <a:prstGeom prst="rect">
            <a:avLst/>
          </a:prstGeom>
        </p:spPr>
        <p:txBody>
          <a:bodyPr vert="horz" wrap="square" lIns="0" tIns="80010" rIns="0" bIns="0" rtlCol="0">
            <a:spAutoFit/>
          </a:bodyPr>
          <a:lstStyle/>
          <a:p>
            <a:pPr algn="ctr">
              <a:lnSpc>
                <a:spcPct val="100000"/>
              </a:lnSpc>
              <a:spcBef>
                <a:spcPts val="630"/>
              </a:spcBef>
            </a:pPr>
            <a:r>
              <a:rPr lang="en-IN" sz="4400" b="1" spc="150" dirty="0">
                <a:solidFill>
                  <a:srgbClr val="003873"/>
                </a:solidFill>
                <a:latin typeface="Arial"/>
                <a:cs typeface="Arial"/>
              </a:rPr>
              <a:t>3 </a:t>
            </a:r>
            <a:r>
              <a:rPr lang="en-IN" sz="4000" b="1" spc="150" dirty="0">
                <a:solidFill>
                  <a:srgbClr val="003873"/>
                </a:solidFill>
                <a:latin typeface="Arial"/>
                <a:cs typeface="Arial"/>
              </a:rPr>
              <a:t>Develops</a:t>
            </a:r>
            <a:r>
              <a:rPr lang="en-IN" sz="4400" b="1" spc="150" dirty="0">
                <a:solidFill>
                  <a:srgbClr val="003873"/>
                </a:solidFill>
                <a:latin typeface="Arial"/>
                <a:cs typeface="Arial"/>
              </a:rPr>
              <a:t> infrastructure</a:t>
            </a:r>
            <a:endParaRPr sz="4400" dirty="0">
              <a:latin typeface="Arial"/>
              <a:cs typeface="Arial"/>
            </a:endParaRPr>
          </a:p>
        </p:txBody>
      </p:sp>
      <p:sp>
        <p:nvSpPr>
          <p:cNvPr id="2" name="object 9">
            <a:extLst>
              <a:ext uri="{FF2B5EF4-FFF2-40B4-BE49-F238E27FC236}">
                <a16:creationId xmlns:a16="http://schemas.microsoft.com/office/drawing/2014/main" id="{DD189C1C-AC39-AF27-27B1-FE3EB526115B}"/>
              </a:ext>
            </a:extLst>
          </p:cNvPr>
          <p:cNvSpPr/>
          <p:nvPr/>
        </p:nvSpPr>
        <p:spPr>
          <a:xfrm>
            <a:off x="3382734" y="6969161"/>
            <a:ext cx="10787333" cy="1096888"/>
          </a:xfrm>
          <a:custGeom>
            <a:avLst/>
            <a:gdLst/>
            <a:ahLst/>
            <a:cxnLst/>
            <a:rect l="l" t="t" r="r" b="b"/>
            <a:pathLst>
              <a:path w="4674234" h="1360170">
                <a:moveTo>
                  <a:pt x="4006839" y="1359743"/>
                </a:moveTo>
                <a:lnTo>
                  <a:pt x="679886" y="1359743"/>
                </a:lnTo>
                <a:lnTo>
                  <a:pt x="631333" y="1358036"/>
                </a:lnTo>
                <a:lnTo>
                  <a:pt x="583700" y="1352991"/>
                </a:lnTo>
                <a:lnTo>
                  <a:pt x="537104" y="1344724"/>
                </a:lnTo>
                <a:lnTo>
                  <a:pt x="491659" y="1333349"/>
                </a:lnTo>
                <a:lnTo>
                  <a:pt x="447481" y="1318982"/>
                </a:lnTo>
                <a:lnTo>
                  <a:pt x="404684" y="1301738"/>
                </a:lnTo>
                <a:lnTo>
                  <a:pt x="363383" y="1281732"/>
                </a:lnTo>
                <a:lnTo>
                  <a:pt x="323695" y="1259078"/>
                </a:lnTo>
                <a:lnTo>
                  <a:pt x="285733" y="1233893"/>
                </a:lnTo>
                <a:lnTo>
                  <a:pt x="249612" y="1206290"/>
                </a:lnTo>
                <a:lnTo>
                  <a:pt x="215449" y="1176385"/>
                </a:lnTo>
                <a:lnTo>
                  <a:pt x="183357" y="1144293"/>
                </a:lnTo>
                <a:lnTo>
                  <a:pt x="153452" y="1110130"/>
                </a:lnTo>
                <a:lnTo>
                  <a:pt x="125850" y="1074010"/>
                </a:lnTo>
                <a:lnTo>
                  <a:pt x="100664" y="1036048"/>
                </a:lnTo>
                <a:lnTo>
                  <a:pt x="78010" y="996359"/>
                </a:lnTo>
                <a:lnTo>
                  <a:pt x="58004" y="955058"/>
                </a:lnTo>
                <a:lnTo>
                  <a:pt x="40760" y="912262"/>
                </a:lnTo>
                <a:lnTo>
                  <a:pt x="26393" y="868083"/>
                </a:lnTo>
                <a:lnTo>
                  <a:pt x="15018" y="822638"/>
                </a:lnTo>
                <a:lnTo>
                  <a:pt x="6751" y="776042"/>
                </a:lnTo>
                <a:lnTo>
                  <a:pt x="1707" y="728410"/>
                </a:lnTo>
                <a:lnTo>
                  <a:pt x="0" y="679856"/>
                </a:lnTo>
                <a:lnTo>
                  <a:pt x="1707" y="631302"/>
                </a:lnTo>
                <a:lnTo>
                  <a:pt x="6751" y="583670"/>
                </a:lnTo>
                <a:lnTo>
                  <a:pt x="15018" y="537075"/>
                </a:lnTo>
                <a:lnTo>
                  <a:pt x="26393" y="491631"/>
                </a:lnTo>
                <a:lnTo>
                  <a:pt x="40760" y="447454"/>
                </a:lnTo>
                <a:lnTo>
                  <a:pt x="58004" y="404658"/>
                </a:lnTo>
                <a:lnTo>
                  <a:pt x="78010" y="363360"/>
                </a:lnTo>
                <a:lnTo>
                  <a:pt x="100664" y="323673"/>
                </a:lnTo>
                <a:lnTo>
                  <a:pt x="125850" y="285712"/>
                </a:lnTo>
                <a:lnTo>
                  <a:pt x="153452" y="249594"/>
                </a:lnTo>
                <a:lnTo>
                  <a:pt x="183357" y="215432"/>
                </a:lnTo>
                <a:lnTo>
                  <a:pt x="215449" y="183343"/>
                </a:lnTo>
                <a:lnTo>
                  <a:pt x="249612" y="153440"/>
                </a:lnTo>
                <a:lnTo>
                  <a:pt x="285733" y="125839"/>
                </a:lnTo>
                <a:lnTo>
                  <a:pt x="323695" y="100655"/>
                </a:lnTo>
                <a:lnTo>
                  <a:pt x="363383" y="78004"/>
                </a:lnTo>
                <a:lnTo>
                  <a:pt x="404684" y="57999"/>
                </a:lnTo>
                <a:lnTo>
                  <a:pt x="447481" y="40756"/>
                </a:lnTo>
                <a:lnTo>
                  <a:pt x="491659" y="26390"/>
                </a:lnTo>
                <a:lnTo>
                  <a:pt x="537104" y="15017"/>
                </a:lnTo>
                <a:lnTo>
                  <a:pt x="583700" y="6751"/>
                </a:lnTo>
                <a:lnTo>
                  <a:pt x="631333" y="1706"/>
                </a:lnTo>
                <a:lnTo>
                  <a:pt x="679883" y="0"/>
                </a:lnTo>
                <a:lnTo>
                  <a:pt x="4006843" y="0"/>
                </a:lnTo>
                <a:lnTo>
                  <a:pt x="4055393" y="1706"/>
                </a:lnTo>
                <a:lnTo>
                  <a:pt x="4103026" y="6751"/>
                </a:lnTo>
                <a:lnTo>
                  <a:pt x="4149622" y="15017"/>
                </a:lnTo>
                <a:lnTo>
                  <a:pt x="4195067" y="26390"/>
                </a:lnTo>
                <a:lnTo>
                  <a:pt x="4239245" y="40756"/>
                </a:lnTo>
                <a:lnTo>
                  <a:pt x="4282042" y="57999"/>
                </a:lnTo>
                <a:lnTo>
                  <a:pt x="4323342" y="78004"/>
                </a:lnTo>
                <a:lnTo>
                  <a:pt x="4363031" y="100655"/>
                </a:lnTo>
                <a:lnTo>
                  <a:pt x="4400993" y="125839"/>
                </a:lnTo>
                <a:lnTo>
                  <a:pt x="4437114" y="153440"/>
                </a:lnTo>
                <a:lnTo>
                  <a:pt x="4471277" y="183343"/>
                </a:lnTo>
                <a:lnTo>
                  <a:pt x="4503369" y="215432"/>
                </a:lnTo>
                <a:lnTo>
                  <a:pt x="4533273" y="249594"/>
                </a:lnTo>
                <a:lnTo>
                  <a:pt x="4560876" y="285712"/>
                </a:lnTo>
                <a:lnTo>
                  <a:pt x="4586062" y="323673"/>
                </a:lnTo>
                <a:lnTo>
                  <a:pt x="4608715" y="363360"/>
                </a:lnTo>
                <a:lnTo>
                  <a:pt x="4628722" y="404658"/>
                </a:lnTo>
                <a:lnTo>
                  <a:pt x="4645966" y="447454"/>
                </a:lnTo>
                <a:lnTo>
                  <a:pt x="4660333" y="491631"/>
                </a:lnTo>
                <a:lnTo>
                  <a:pt x="4671707" y="537075"/>
                </a:lnTo>
                <a:lnTo>
                  <a:pt x="4674171" y="550961"/>
                </a:lnTo>
                <a:lnTo>
                  <a:pt x="4674171" y="808752"/>
                </a:lnTo>
                <a:lnTo>
                  <a:pt x="4660333" y="868083"/>
                </a:lnTo>
                <a:lnTo>
                  <a:pt x="4645966" y="912262"/>
                </a:lnTo>
                <a:lnTo>
                  <a:pt x="4628722" y="955058"/>
                </a:lnTo>
                <a:lnTo>
                  <a:pt x="4608715" y="996359"/>
                </a:lnTo>
                <a:lnTo>
                  <a:pt x="4586062" y="1036048"/>
                </a:lnTo>
                <a:lnTo>
                  <a:pt x="4560876" y="1074010"/>
                </a:lnTo>
                <a:lnTo>
                  <a:pt x="4533273" y="1110130"/>
                </a:lnTo>
                <a:lnTo>
                  <a:pt x="4503369" y="1144293"/>
                </a:lnTo>
                <a:lnTo>
                  <a:pt x="4471277" y="1176385"/>
                </a:lnTo>
                <a:lnTo>
                  <a:pt x="4437114" y="1206290"/>
                </a:lnTo>
                <a:lnTo>
                  <a:pt x="4400993" y="1233893"/>
                </a:lnTo>
                <a:lnTo>
                  <a:pt x="4363031" y="1259078"/>
                </a:lnTo>
                <a:lnTo>
                  <a:pt x="4323342" y="1281732"/>
                </a:lnTo>
                <a:lnTo>
                  <a:pt x="4282042" y="1301738"/>
                </a:lnTo>
                <a:lnTo>
                  <a:pt x="4239245" y="1318982"/>
                </a:lnTo>
                <a:lnTo>
                  <a:pt x="4195067" y="1333349"/>
                </a:lnTo>
                <a:lnTo>
                  <a:pt x="4149622" y="1344724"/>
                </a:lnTo>
                <a:lnTo>
                  <a:pt x="4103026" y="1352991"/>
                </a:lnTo>
                <a:lnTo>
                  <a:pt x="4055393" y="1358036"/>
                </a:lnTo>
                <a:lnTo>
                  <a:pt x="4006839" y="1359743"/>
                </a:lnTo>
                <a:close/>
              </a:path>
            </a:pathLst>
          </a:custGeom>
          <a:solidFill>
            <a:srgbClr val="BAEF4B"/>
          </a:solidFill>
        </p:spPr>
        <p:txBody>
          <a:bodyPr wrap="square" lIns="0" tIns="0" rIns="0" bIns="0" rtlCol="0"/>
          <a:lstStyle/>
          <a:p>
            <a:pPr algn="ctr"/>
            <a:endParaRPr/>
          </a:p>
        </p:txBody>
      </p:sp>
      <p:sp>
        <p:nvSpPr>
          <p:cNvPr id="4" name="TextBox 3">
            <a:extLst>
              <a:ext uri="{FF2B5EF4-FFF2-40B4-BE49-F238E27FC236}">
                <a16:creationId xmlns:a16="http://schemas.microsoft.com/office/drawing/2014/main" id="{2D750B81-AB58-4CA3-7CEF-E1782159098C}"/>
              </a:ext>
            </a:extLst>
          </p:cNvPr>
          <p:cNvSpPr txBox="1"/>
          <p:nvPr/>
        </p:nvSpPr>
        <p:spPr>
          <a:xfrm>
            <a:off x="4765739" y="7200900"/>
            <a:ext cx="7830254" cy="707886"/>
          </a:xfrm>
          <a:prstGeom prst="rect">
            <a:avLst/>
          </a:prstGeom>
          <a:noFill/>
        </p:spPr>
        <p:txBody>
          <a:bodyPr wrap="square" rtlCol="0">
            <a:spAutoFit/>
          </a:bodyPr>
          <a:lstStyle/>
          <a:p>
            <a:pPr algn="ctr"/>
            <a:r>
              <a:rPr lang="en-IN" dirty="0"/>
              <a:t>      </a:t>
            </a:r>
            <a:r>
              <a:rPr lang="en-IN" sz="4000" b="1" dirty="0">
                <a:solidFill>
                  <a:schemeClr val="tx2"/>
                </a:solidFill>
                <a:latin typeface="Arial" panose="020B0604020202020204" pitchFamily="34" charset="0"/>
                <a:cs typeface="Arial" panose="020B0604020202020204" pitchFamily="34" charset="0"/>
              </a:rPr>
              <a:t>4 Embrace automation </a:t>
            </a:r>
          </a:p>
        </p:txBody>
      </p:sp>
      <p:sp>
        <p:nvSpPr>
          <p:cNvPr id="5" name="TextBox 4">
            <a:extLst>
              <a:ext uri="{FF2B5EF4-FFF2-40B4-BE49-F238E27FC236}">
                <a16:creationId xmlns:a16="http://schemas.microsoft.com/office/drawing/2014/main" id="{A98FC297-B28D-87EB-E774-CA55E3A20330}"/>
              </a:ext>
            </a:extLst>
          </p:cNvPr>
          <p:cNvSpPr txBox="1"/>
          <p:nvPr/>
        </p:nvSpPr>
        <p:spPr>
          <a:xfrm>
            <a:off x="5029200" y="8801100"/>
            <a:ext cx="8165255" cy="707886"/>
          </a:xfrm>
          <a:prstGeom prst="rect">
            <a:avLst/>
          </a:prstGeom>
          <a:noFill/>
        </p:spPr>
        <p:txBody>
          <a:bodyPr wrap="square" rtlCol="0">
            <a:spAutoFit/>
          </a:bodyPr>
          <a:lstStyle/>
          <a:p>
            <a:pPr algn="ctr"/>
            <a:r>
              <a:rPr lang="en-IN" sz="4000" b="1" dirty="0">
                <a:solidFill>
                  <a:schemeClr val="tx2"/>
                </a:solidFill>
                <a:latin typeface="Arial" panose="020B0604020202020204" pitchFamily="34" charset="0"/>
                <a:cs typeface="Arial" panose="020B0604020202020204" pitchFamily="34" charset="0"/>
              </a:rPr>
              <a:t>5 Foster innovation </a:t>
            </a:r>
          </a:p>
        </p:txBody>
      </p:sp>
    </p:spTree>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75586" y="0"/>
            <a:ext cx="6410309" cy="10286999"/>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20524010" y="4353225"/>
            <a:ext cx="1104900" cy="514350"/>
          </a:xfrm>
          <a:custGeom>
            <a:avLst/>
            <a:gdLst/>
            <a:ahLst/>
            <a:cxnLst/>
            <a:rect l="l" t="t" r="r" b="b"/>
            <a:pathLst>
              <a:path w="609600" h="609600">
                <a:moveTo>
                  <a:pt x="304763" y="609544"/>
                </a:moveTo>
                <a:lnTo>
                  <a:pt x="255393" y="605548"/>
                </a:lnTo>
                <a:lnTo>
                  <a:pt x="208536" y="593980"/>
                </a:lnTo>
                <a:lnTo>
                  <a:pt x="164823" y="575473"/>
                </a:lnTo>
                <a:lnTo>
                  <a:pt x="124888" y="550660"/>
                </a:lnTo>
                <a:lnTo>
                  <a:pt x="89362" y="520173"/>
                </a:lnTo>
                <a:lnTo>
                  <a:pt x="58877" y="484645"/>
                </a:lnTo>
                <a:lnTo>
                  <a:pt x="34067" y="444707"/>
                </a:lnTo>
                <a:lnTo>
                  <a:pt x="15562" y="400992"/>
                </a:lnTo>
                <a:lnTo>
                  <a:pt x="3995" y="354134"/>
                </a:lnTo>
                <a:lnTo>
                  <a:pt x="0" y="304763"/>
                </a:lnTo>
                <a:lnTo>
                  <a:pt x="3995" y="255397"/>
                </a:lnTo>
                <a:lnTo>
                  <a:pt x="15562" y="208542"/>
                </a:lnTo>
                <a:lnTo>
                  <a:pt x="34067" y="164831"/>
                </a:lnTo>
                <a:lnTo>
                  <a:pt x="58877" y="124895"/>
                </a:lnTo>
                <a:lnTo>
                  <a:pt x="89362" y="89368"/>
                </a:lnTo>
                <a:lnTo>
                  <a:pt x="124888" y="58882"/>
                </a:lnTo>
                <a:lnTo>
                  <a:pt x="164823" y="34070"/>
                </a:lnTo>
                <a:lnTo>
                  <a:pt x="208536" y="15564"/>
                </a:lnTo>
                <a:lnTo>
                  <a:pt x="255393" y="3996"/>
                </a:lnTo>
                <a:lnTo>
                  <a:pt x="304763" y="0"/>
                </a:lnTo>
                <a:lnTo>
                  <a:pt x="354133" y="3996"/>
                </a:lnTo>
                <a:lnTo>
                  <a:pt x="400992" y="15564"/>
                </a:lnTo>
                <a:lnTo>
                  <a:pt x="444707" y="34070"/>
                </a:lnTo>
                <a:lnTo>
                  <a:pt x="455044" y="40492"/>
                </a:lnTo>
                <a:lnTo>
                  <a:pt x="304763" y="40492"/>
                </a:lnTo>
                <a:lnTo>
                  <a:pt x="286560" y="49942"/>
                </a:lnTo>
                <a:lnTo>
                  <a:pt x="234887" y="49942"/>
                </a:lnTo>
                <a:lnTo>
                  <a:pt x="192079" y="65813"/>
                </a:lnTo>
                <a:lnTo>
                  <a:pt x="153108" y="88506"/>
                </a:lnTo>
                <a:lnTo>
                  <a:pt x="118717" y="117290"/>
                </a:lnTo>
                <a:lnTo>
                  <a:pt x="89647" y="151433"/>
                </a:lnTo>
                <a:lnTo>
                  <a:pt x="66638" y="190203"/>
                </a:lnTo>
                <a:lnTo>
                  <a:pt x="586215" y="190203"/>
                </a:lnTo>
                <a:lnTo>
                  <a:pt x="593980" y="208542"/>
                </a:lnTo>
                <a:lnTo>
                  <a:pt x="599449" y="230696"/>
                </a:lnTo>
                <a:lnTo>
                  <a:pt x="51141" y="230696"/>
                </a:lnTo>
                <a:lnTo>
                  <a:pt x="46649" y="248275"/>
                </a:lnTo>
                <a:lnTo>
                  <a:pt x="40492" y="304763"/>
                </a:lnTo>
                <a:lnTo>
                  <a:pt x="41064" y="322069"/>
                </a:lnTo>
                <a:lnTo>
                  <a:pt x="42751" y="339189"/>
                </a:lnTo>
                <a:lnTo>
                  <a:pt x="42835" y="339793"/>
                </a:lnTo>
                <a:lnTo>
                  <a:pt x="45535" y="356097"/>
                </a:lnTo>
                <a:lnTo>
                  <a:pt x="49399" y="372766"/>
                </a:lnTo>
                <a:lnTo>
                  <a:pt x="600948" y="372766"/>
                </a:lnTo>
                <a:lnTo>
                  <a:pt x="593980" y="400992"/>
                </a:lnTo>
                <a:lnTo>
                  <a:pt x="588787" y="413258"/>
                </a:lnTo>
                <a:lnTo>
                  <a:pt x="63877" y="413258"/>
                </a:lnTo>
                <a:lnTo>
                  <a:pt x="86667" y="453734"/>
                </a:lnTo>
                <a:lnTo>
                  <a:pt x="115965" y="489412"/>
                </a:lnTo>
                <a:lnTo>
                  <a:pt x="150970" y="519487"/>
                </a:lnTo>
                <a:lnTo>
                  <a:pt x="190878" y="543153"/>
                </a:lnTo>
                <a:lnTo>
                  <a:pt x="234887" y="559603"/>
                </a:lnTo>
                <a:lnTo>
                  <a:pt x="286910" y="559603"/>
                </a:lnTo>
                <a:lnTo>
                  <a:pt x="304763" y="569052"/>
                </a:lnTo>
                <a:lnTo>
                  <a:pt x="455043" y="569052"/>
                </a:lnTo>
                <a:lnTo>
                  <a:pt x="444707" y="575473"/>
                </a:lnTo>
                <a:lnTo>
                  <a:pt x="400992" y="593980"/>
                </a:lnTo>
                <a:lnTo>
                  <a:pt x="354133" y="605548"/>
                </a:lnTo>
                <a:lnTo>
                  <a:pt x="304763" y="609544"/>
                </a:lnTo>
                <a:close/>
              </a:path>
              <a:path w="609600" h="609600">
                <a:moveTo>
                  <a:pt x="419027" y="190203"/>
                </a:moveTo>
                <a:lnTo>
                  <a:pt x="377926" y="190203"/>
                </a:lnTo>
                <a:lnTo>
                  <a:pt x="363370" y="127217"/>
                </a:lnTo>
                <a:lnTo>
                  <a:pt x="344734" y="80153"/>
                </a:lnTo>
                <a:lnTo>
                  <a:pt x="324403" y="50686"/>
                </a:lnTo>
                <a:lnTo>
                  <a:pt x="304763" y="40492"/>
                </a:lnTo>
                <a:lnTo>
                  <a:pt x="455044" y="40492"/>
                </a:lnTo>
                <a:lnTo>
                  <a:pt x="470254" y="49942"/>
                </a:lnTo>
                <a:lnTo>
                  <a:pt x="374656" y="49942"/>
                </a:lnTo>
                <a:lnTo>
                  <a:pt x="380222" y="59849"/>
                </a:lnTo>
                <a:lnTo>
                  <a:pt x="396233" y="96728"/>
                </a:lnTo>
                <a:lnTo>
                  <a:pt x="409343" y="140822"/>
                </a:lnTo>
                <a:lnTo>
                  <a:pt x="414624" y="164928"/>
                </a:lnTo>
                <a:lnTo>
                  <a:pt x="419027" y="190203"/>
                </a:lnTo>
                <a:close/>
              </a:path>
              <a:path w="609600" h="609600">
                <a:moveTo>
                  <a:pt x="231616" y="190203"/>
                </a:moveTo>
                <a:lnTo>
                  <a:pt x="190516" y="190203"/>
                </a:lnTo>
                <a:lnTo>
                  <a:pt x="194940" y="164831"/>
                </a:lnTo>
                <a:lnTo>
                  <a:pt x="206337" y="118038"/>
                </a:lnTo>
                <a:lnTo>
                  <a:pt x="223851" y="70907"/>
                </a:lnTo>
                <a:lnTo>
                  <a:pt x="234887" y="49942"/>
                </a:lnTo>
                <a:lnTo>
                  <a:pt x="286560" y="49942"/>
                </a:lnTo>
                <a:lnTo>
                  <a:pt x="285125" y="50686"/>
                </a:lnTo>
                <a:lnTo>
                  <a:pt x="264800" y="80153"/>
                </a:lnTo>
                <a:lnTo>
                  <a:pt x="246170" y="127217"/>
                </a:lnTo>
                <a:lnTo>
                  <a:pt x="231616" y="190203"/>
                </a:lnTo>
                <a:close/>
              </a:path>
              <a:path w="609600" h="609600">
                <a:moveTo>
                  <a:pt x="586215" y="190203"/>
                </a:moveTo>
                <a:lnTo>
                  <a:pt x="542888" y="190203"/>
                </a:lnTo>
                <a:lnTo>
                  <a:pt x="519886" y="151433"/>
                </a:lnTo>
                <a:lnTo>
                  <a:pt x="490821" y="117290"/>
                </a:lnTo>
                <a:lnTo>
                  <a:pt x="456432" y="88506"/>
                </a:lnTo>
                <a:lnTo>
                  <a:pt x="417463" y="65813"/>
                </a:lnTo>
                <a:lnTo>
                  <a:pt x="374656" y="49942"/>
                </a:lnTo>
                <a:lnTo>
                  <a:pt x="470254" y="49942"/>
                </a:lnTo>
                <a:lnTo>
                  <a:pt x="484644" y="58882"/>
                </a:lnTo>
                <a:lnTo>
                  <a:pt x="520173" y="89368"/>
                </a:lnTo>
                <a:lnTo>
                  <a:pt x="550660" y="124895"/>
                </a:lnTo>
                <a:lnTo>
                  <a:pt x="575473" y="164831"/>
                </a:lnTo>
                <a:lnTo>
                  <a:pt x="586215" y="190203"/>
                </a:lnTo>
                <a:close/>
              </a:path>
              <a:path w="609600" h="609600">
                <a:moveTo>
                  <a:pt x="225651" y="372766"/>
                </a:moveTo>
                <a:lnTo>
                  <a:pt x="184994" y="372766"/>
                </a:lnTo>
                <a:lnTo>
                  <a:pt x="183768" y="356289"/>
                </a:lnTo>
                <a:lnTo>
                  <a:pt x="182853" y="339189"/>
                </a:lnTo>
                <a:lnTo>
                  <a:pt x="182304" y="322069"/>
                </a:lnTo>
                <a:lnTo>
                  <a:pt x="182118" y="304763"/>
                </a:lnTo>
                <a:lnTo>
                  <a:pt x="182357" y="285326"/>
                </a:lnTo>
                <a:lnTo>
                  <a:pt x="182989" y="267212"/>
                </a:lnTo>
                <a:lnTo>
                  <a:pt x="184102" y="248275"/>
                </a:lnTo>
                <a:lnTo>
                  <a:pt x="185536" y="230696"/>
                </a:lnTo>
                <a:lnTo>
                  <a:pt x="226242" y="230696"/>
                </a:lnTo>
                <a:lnTo>
                  <a:pt x="224698" y="248275"/>
                </a:lnTo>
                <a:lnTo>
                  <a:pt x="223558" y="266491"/>
                </a:lnTo>
                <a:lnTo>
                  <a:pt x="222852" y="285326"/>
                </a:lnTo>
                <a:lnTo>
                  <a:pt x="222611" y="304763"/>
                </a:lnTo>
                <a:lnTo>
                  <a:pt x="222813" y="322531"/>
                </a:lnTo>
                <a:lnTo>
                  <a:pt x="223404" y="339793"/>
                </a:lnTo>
                <a:lnTo>
                  <a:pt x="224358" y="356541"/>
                </a:lnTo>
                <a:lnTo>
                  <a:pt x="225651" y="372766"/>
                </a:lnTo>
                <a:close/>
              </a:path>
              <a:path w="609600" h="609600">
                <a:moveTo>
                  <a:pt x="424531" y="372766"/>
                </a:moveTo>
                <a:lnTo>
                  <a:pt x="383875" y="372766"/>
                </a:lnTo>
                <a:lnTo>
                  <a:pt x="385192" y="356289"/>
                </a:lnTo>
                <a:lnTo>
                  <a:pt x="386137" y="339793"/>
                </a:lnTo>
                <a:lnTo>
                  <a:pt x="386734" y="322069"/>
                </a:lnTo>
                <a:lnTo>
                  <a:pt x="386932" y="304763"/>
                </a:lnTo>
                <a:lnTo>
                  <a:pt x="386690" y="285326"/>
                </a:lnTo>
                <a:lnTo>
                  <a:pt x="385985" y="266491"/>
                </a:lnTo>
                <a:lnTo>
                  <a:pt x="384845" y="248275"/>
                </a:lnTo>
                <a:lnTo>
                  <a:pt x="383300" y="230696"/>
                </a:lnTo>
                <a:lnTo>
                  <a:pt x="423988" y="230696"/>
                </a:lnTo>
                <a:lnTo>
                  <a:pt x="425475" y="248804"/>
                </a:lnTo>
                <a:lnTo>
                  <a:pt x="426551" y="267212"/>
                </a:lnTo>
                <a:lnTo>
                  <a:pt x="427205" y="285878"/>
                </a:lnTo>
                <a:lnTo>
                  <a:pt x="427426" y="304763"/>
                </a:lnTo>
                <a:lnTo>
                  <a:pt x="427224" y="322531"/>
                </a:lnTo>
                <a:lnTo>
                  <a:pt x="426654" y="339793"/>
                </a:lnTo>
                <a:lnTo>
                  <a:pt x="425747" y="356541"/>
                </a:lnTo>
                <a:lnTo>
                  <a:pt x="424531" y="372766"/>
                </a:lnTo>
                <a:close/>
              </a:path>
              <a:path w="609600" h="609600">
                <a:moveTo>
                  <a:pt x="600948" y="372766"/>
                </a:moveTo>
                <a:lnTo>
                  <a:pt x="560128" y="372766"/>
                </a:lnTo>
                <a:lnTo>
                  <a:pt x="563994" y="356097"/>
                </a:lnTo>
                <a:lnTo>
                  <a:pt x="566701" y="339793"/>
                </a:lnTo>
                <a:lnTo>
                  <a:pt x="566784" y="339189"/>
                </a:lnTo>
                <a:lnTo>
                  <a:pt x="568477" y="322069"/>
                </a:lnTo>
                <a:lnTo>
                  <a:pt x="569051" y="304763"/>
                </a:lnTo>
                <a:lnTo>
                  <a:pt x="568363" y="285878"/>
                </a:lnTo>
                <a:lnTo>
                  <a:pt x="558399" y="230696"/>
                </a:lnTo>
                <a:lnTo>
                  <a:pt x="599449" y="230696"/>
                </a:lnTo>
                <a:lnTo>
                  <a:pt x="605547" y="255397"/>
                </a:lnTo>
                <a:lnTo>
                  <a:pt x="609544" y="304763"/>
                </a:lnTo>
                <a:lnTo>
                  <a:pt x="605547" y="354134"/>
                </a:lnTo>
                <a:lnTo>
                  <a:pt x="600948" y="372766"/>
                </a:lnTo>
                <a:close/>
              </a:path>
              <a:path w="609600" h="609600">
                <a:moveTo>
                  <a:pt x="286910" y="559603"/>
                </a:moveTo>
                <a:lnTo>
                  <a:pt x="234887" y="559603"/>
                </a:lnTo>
                <a:lnTo>
                  <a:pt x="229320" y="549694"/>
                </a:lnTo>
                <a:lnTo>
                  <a:pt x="213309" y="512812"/>
                </a:lnTo>
                <a:lnTo>
                  <a:pt x="199534" y="465952"/>
                </a:lnTo>
                <a:lnTo>
                  <a:pt x="189628" y="413258"/>
                </a:lnTo>
                <a:lnTo>
                  <a:pt x="230614" y="413258"/>
                </a:lnTo>
                <a:lnTo>
                  <a:pt x="245063" y="478748"/>
                </a:lnTo>
                <a:lnTo>
                  <a:pt x="263935" y="527730"/>
                </a:lnTo>
                <a:lnTo>
                  <a:pt x="284684" y="558425"/>
                </a:lnTo>
                <a:lnTo>
                  <a:pt x="286910" y="559603"/>
                </a:lnTo>
                <a:close/>
              </a:path>
              <a:path w="609600" h="609600">
                <a:moveTo>
                  <a:pt x="455043" y="569052"/>
                </a:moveTo>
                <a:lnTo>
                  <a:pt x="304763" y="569052"/>
                </a:lnTo>
                <a:lnTo>
                  <a:pt x="324849" y="558425"/>
                </a:lnTo>
                <a:lnTo>
                  <a:pt x="345599" y="527730"/>
                </a:lnTo>
                <a:lnTo>
                  <a:pt x="364472" y="478748"/>
                </a:lnTo>
                <a:lnTo>
                  <a:pt x="378928" y="413258"/>
                </a:lnTo>
                <a:lnTo>
                  <a:pt x="419914" y="413258"/>
                </a:lnTo>
                <a:lnTo>
                  <a:pt x="409996" y="465952"/>
                </a:lnTo>
                <a:lnTo>
                  <a:pt x="396233" y="512812"/>
                </a:lnTo>
                <a:lnTo>
                  <a:pt x="380222" y="549694"/>
                </a:lnTo>
                <a:lnTo>
                  <a:pt x="374656" y="559603"/>
                </a:lnTo>
                <a:lnTo>
                  <a:pt x="470252" y="559603"/>
                </a:lnTo>
                <a:lnTo>
                  <a:pt x="455043" y="569052"/>
                </a:lnTo>
                <a:close/>
              </a:path>
              <a:path w="609600" h="609600">
                <a:moveTo>
                  <a:pt x="470252" y="559603"/>
                </a:moveTo>
                <a:lnTo>
                  <a:pt x="374656" y="559603"/>
                </a:lnTo>
                <a:lnTo>
                  <a:pt x="418662" y="543146"/>
                </a:lnTo>
                <a:lnTo>
                  <a:pt x="458565" y="519480"/>
                </a:lnTo>
                <a:lnTo>
                  <a:pt x="493565" y="489407"/>
                </a:lnTo>
                <a:lnTo>
                  <a:pt x="522860" y="453732"/>
                </a:lnTo>
                <a:lnTo>
                  <a:pt x="545647" y="413258"/>
                </a:lnTo>
                <a:lnTo>
                  <a:pt x="588787" y="413258"/>
                </a:lnTo>
                <a:lnTo>
                  <a:pt x="575473" y="444707"/>
                </a:lnTo>
                <a:lnTo>
                  <a:pt x="550660" y="484645"/>
                </a:lnTo>
                <a:lnTo>
                  <a:pt x="520173" y="520173"/>
                </a:lnTo>
                <a:lnTo>
                  <a:pt x="484644" y="550660"/>
                </a:lnTo>
                <a:lnTo>
                  <a:pt x="470252" y="559603"/>
                </a:lnTo>
                <a:close/>
              </a:path>
            </a:pathLst>
          </a:custGeom>
          <a:solidFill>
            <a:srgbClr val="003873"/>
          </a:solidFill>
        </p:spPr>
        <p:txBody>
          <a:bodyPr wrap="square" lIns="0" tIns="0" rIns="0" bIns="0" rtlCol="0"/>
          <a:lstStyle/>
          <a:p>
            <a:endParaRPr/>
          </a:p>
        </p:txBody>
      </p:sp>
      <p:sp>
        <p:nvSpPr>
          <p:cNvPr id="4" name="object 4"/>
          <p:cNvSpPr/>
          <p:nvPr/>
        </p:nvSpPr>
        <p:spPr>
          <a:xfrm>
            <a:off x="22765870" y="3275998"/>
            <a:ext cx="600075" cy="461770"/>
          </a:xfrm>
          <a:custGeom>
            <a:avLst/>
            <a:gdLst/>
            <a:ahLst/>
            <a:cxnLst/>
            <a:rect l="l" t="t" r="r" b="b"/>
            <a:pathLst>
              <a:path w="600075" h="514350">
                <a:moveTo>
                  <a:pt x="543529" y="513965"/>
                </a:moveTo>
                <a:lnTo>
                  <a:pt x="56545" y="513965"/>
                </a:lnTo>
                <a:lnTo>
                  <a:pt x="34561" y="509475"/>
                </a:lnTo>
                <a:lnTo>
                  <a:pt x="16584" y="497242"/>
                </a:lnTo>
                <a:lnTo>
                  <a:pt x="4452" y="479115"/>
                </a:lnTo>
                <a:lnTo>
                  <a:pt x="12" y="457009"/>
                </a:lnTo>
                <a:lnTo>
                  <a:pt x="0" y="57017"/>
                </a:lnTo>
                <a:lnTo>
                  <a:pt x="4452" y="34849"/>
                </a:lnTo>
                <a:lnTo>
                  <a:pt x="16584" y="16723"/>
                </a:lnTo>
                <a:lnTo>
                  <a:pt x="34561" y="4489"/>
                </a:lnTo>
                <a:lnTo>
                  <a:pt x="56545" y="0"/>
                </a:lnTo>
                <a:lnTo>
                  <a:pt x="543529" y="0"/>
                </a:lnTo>
                <a:lnTo>
                  <a:pt x="565513" y="4489"/>
                </a:lnTo>
                <a:lnTo>
                  <a:pt x="583490" y="16723"/>
                </a:lnTo>
                <a:lnTo>
                  <a:pt x="595623" y="34849"/>
                </a:lnTo>
                <a:lnTo>
                  <a:pt x="597942" y="46396"/>
                </a:lnTo>
                <a:lnTo>
                  <a:pt x="50817" y="46396"/>
                </a:lnTo>
                <a:lnTo>
                  <a:pt x="46012" y="51241"/>
                </a:lnTo>
                <a:lnTo>
                  <a:pt x="46012" y="64408"/>
                </a:lnTo>
                <a:lnTo>
                  <a:pt x="111058" y="129997"/>
                </a:lnTo>
                <a:lnTo>
                  <a:pt x="46012" y="129997"/>
                </a:lnTo>
                <a:lnTo>
                  <a:pt x="46012" y="462786"/>
                </a:lnTo>
                <a:lnTo>
                  <a:pt x="50817" y="467630"/>
                </a:lnTo>
                <a:lnTo>
                  <a:pt x="597929" y="467630"/>
                </a:lnTo>
                <a:lnTo>
                  <a:pt x="595623" y="479115"/>
                </a:lnTo>
                <a:lnTo>
                  <a:pt x="583490" y="497242"/>
                </a:lnTo>
                <a:lnTo>
                  <a:pt x="565513" y="509475"/>
                </a:lnTo>
                <a:lnTo>
                  <a:pt x="543529" y="513965"/>
                </a:lnTo>
                <a:close/>
              </a:path>
              <a:path w="600075" h="514350">
                <a:moveTo>
                  <a:pt x="367424" y="318068"/>
                </a:moveTo>
                <a:lnTo>
                  <a:pt x="302501" y="318068"/>
                </a:lnTo>
                <a:lnTo>
                  <a:pt x="554062" y="64408"/>
                </a:lnTo>
                <a:lnTo>
                  <a:pt x="554062" y="51241"/>
                </a:lnTo>
                <a:lnTo>
                  <a:pt x="549258" y="46396"/>
                </a:lnTo>
                <a:lnTo>
                  <a:pt x="597942" y="46396"/>
                </a:lnTo>
                <a:lnTo>
                  <a:pt x="600075" y="57017"/>
                </a:lnTo>
                <a:lnTo>
                  <a:pt x="600075" y="129997"/>
                </a:lnTo>
                <a:lnTo>
                  <a:pt x="553939" y="129997"/>
                </a:lnTo>
                <a:lnTo>
                  <a:pt x="367424" y="318068"/>
                </a:lnTo>
                <a:close/>
              </a:path>
              <a:path w="600075" h="514350">
                <a:moveTo>
                  <a:pt x="299976" y="363657"/>
                </a:moveTo>
                <a:lnTo>
                  <a:pt x="262032" y="347819"/>
                </a:lnTo>
                <a:lnTo>
                  <a:pt x="46012" y="129997"/>
                </a:lnTo>
                <a:lnTo>
                  <a:pt x="111058" y="129997"/>
                </a:lnTo>
                <a:lnTo>
                  <a:pt x="297573" y="318068"/>
                </a:lnTo>
                <a:lnTo>
                  <a:pt x="367424" y="318068"/>
                </a:lnTo>
                <a:lnTo>
                  <a:pt x="337919" y="347819"/>
                </a:lnTo>
                <a:lnTo>
                  <a:pt x="329747" y="354617"/>
                </a:lnTo>
                <a:lnTo>
                  <a:pt x="320541" y="359581"/>
                </a:lnTo>
                <a:lnTo>
                  <a:pt x="310538" y="362624"/>
                </a:lnTo>
                <a:lnTo>
                  <a:pt x="299976" y="363657"/>
                </a:lnTo>
                <a:close/>
              </a:path>
              <a:path w="600075" h="514350">
                <a:moveTo>
                  <a:pt x="597929" y="467630"/>
                </a:moveTo>
                <a:lnTo>
                  <a:pt x="549258" y="467630"/>
                </a:lnTo>
                <a:lnTo>
                  <a:pt x="554062" y="462786"/>
                </a:lnTo>
                <a:lnTo>
                  <a:pt x="553939" y="129997"/>
                </a:lnTo>
                <a:lnTo>
                  <a:pt x="600075" y="129997"/>
                </a:lnTo>
                <a:lnTo>
                  <a:pt x="600062" y="457009"/>
                </a:lnTo>
                <a:lnTo>
                  <a:pt x="597929" y="467630"/>
                </a:lnTo>
                <a:close/>
              </a:path>
            </a:pathLst>
          </a:custGeom>
          <a:solidFill>
            <a:srgbClr val="003873"/>
          </a:solidFill>
        </p:spPr>
        <p:txBody>
          <a:bodyPr wrap="square" lIns="0" tIns="0" rIns="0" bIns="0" rtlCol="0"/>
          <a:lstStyle/>
          <a:p>
            <a:endParaRPr/>
          </a:p>
        </p:txBody>
      </p:sp>
      <p:grpSp>
        <p:nvGrpSpPr>
          <p:cNvPr id="5" name="object 5"/>
          <p:cNvGrpSpPr/>
          <p:nvPr/>
        </p:nvGrpSpPr>
        <p:grpSpPr>
          <a:xfrm>
            <a:off x="21259800" y="4610398"/>
            <a:ext cx="369570" cy="500380"/>
            <a:chOff x="6585645" y="6827403"/>
            <a:chExt cx="369570" cy="500380"/>
          </a:xfrm>
        </p:grpSpPr>
        <p:sp>
          <p:nvSpPr>
            <p:cNvPr id="6" name="object 6"/>
            <p:cNvSpPr/>
            <p:nvPr/>
          </p:nvSpPr>
          <p:spPr>
            <a:xfrm>
              <a:off x="6585635" y="6827405"/>
              <a:ext cx="344170" cy="500380"/>
            </a:xfrm>
            <a:custGeom>
              <a:avLst/>
              <a:gdLst/>
              <a:ahLst/>
              <a:cxnLst/>
              <a:rect l="l" t="t" r="r" b="b"/>
              <a:pathLst>
                <a:path w="344170" h="500379">
                  <a:moveTo>
                    <a:pt x="160007" y="121843"/>
                  </a:moveTo>
                  <a:lnTo>
                    <a:pt x="158597" y="22999"/>
                  </a:lnTo>
                  <a:lnTo>
                    <a:pt x="158584" y="15836"/>
                  </a:lnTo>
                  <a:lnTo>
                    <a:pt x="143154" y="7251"/>
                  </a:lnTo>
                  <a:lnTo>
                    <a:pt x="134099" y="2336"/>
                  </a:lnTo>
                  <a:lnTo>
                    <a:pt x="128600" y="101"/>
                  </a:lnTo>
                  <a:lnTo>
                    <a:pt x="124409" y="0"/>
                  </a:lnTo>
                  <a:lnTo>
                    <a:pt x="119303" y="1524"/>
                  </a:lnTo>
                  <a:lnTo>
                    <a:pt x="120357" y="69557"/>
                  </a:lnTo>
                  <a:lnTo>
                    <a:pt x="121666" y="117551"/>
                  </a:lnTo>
                  <a:lnTo>
                    <a:pt x="128066" y="143776"/>
                  </a:lnTo>
                  <a:lnTo>
                    <a:pt x="135788" y="141897"/>
                  </a:lnTo>
                  <a:lnTo>
                    <a:pt x="144043" y="137858"/>
                  </a:lnTo>
                  <a:lnTo>
                    <a:pt x="150177" y="133299"/>
                  </a:lnTo>
                  <a:lnTo>
                    <a:pt x="155790" y="127584"/>
                  </a:lnTo>
                  <a:lnTo>
                    <a:pt x="160007" y="121843"/>
                  </a:lnTo>
                  <a:close/>
                </a:path>
                <a:path w="344170" h="500379">
                  <a:moveTo>
                    <a:pt x="343852" y="467055"/>
                  </a:moveTo>
                  <a:lnTo>
                    <a:pt x="230174" y="376809"/>
                  </a:lnTo>
                  <a:lnTo>
                    <a:pt x="210375" y="388785"/>
                  </a:lnTo>
                  <a:lnTo>
                    <a:pt x="198069" y="392036"/>
                  </a:lnTo>
                  <a:lnTo>
                    <a:pt x="152958" y="332270"/>
                  </a:lnTo>
                  <a:lnTo>
                    <a:pt x="124040" y="277977"/>
                  </a:lnTo>
                  <a:lnTo>
                    <a:pt x="99060" y="229057"/>
                  </a:lnTo>
                  <a:lnTo>
                    <a:pt x="78511" y="182651"/>
                  </a:lnTo>
                  <a:lnTo>
                    <a:pt x="77546" y="167855"/>
                  </a:lnTo>
                  <a:lnTo>
                    <a:pt x="87630" y="157632"/>
                  </a:lnTo>
                  <a:lnTo>
                    <a:pt x="110883" y="146189"/>
                  </a:lnTo>
                  <a:lnTo>
                    <a:pt x="106667" y="1524"/>
                  </a:lnTo>
                  <a:lnTo>
                    <a:pt x="44208" y="3898"/>
                  </a:lnTo>
                  <a:lnTo>
                    <a:pt x="12280" y="15125"/>
                  </a:lnTo>
                  <a:lnTo>
                    <a:pt x="876" y="44627"/>
                  </a:lnTo>
                  <a:lnTo>
                    <a:pt x="0" y="101790"/>
                  </a:lnTo>
                  <a:lnTo>
                    <a:pt x="2984" y="159499"/>
                  </a:lnTo>
                  <a:lnTo>
                    <a:pt x="10083" y="213144"/>
                  </a:lnTo>
                  <a:lnTo>
                    <a:pt x="21018" y="261442"/>
                  </a:lnTo>
                  <a:lnTo>
                    <a:pt x="35534" y="303060"/>
                  </a:lnTo>
                  <a:lnTo>
                    <a:pt x="73507" y="366610"/>
                  </a:lnTo>
                  <a:lnTo>
                    <a:pt x="101003" y="403555"/>
                  </a:lnTo>
                  <a:lnTo>
                    <a:pt x="134734" y="441452"/>
                  </a:lnTo>
                  <a:lnTo>
                    <a:pt x="173621" y="474218"/>
                  </a:lnTo>
                  <a:lnTo>
                    <a:pt x="216547" y="495769"/>
                  </a:lnTo>
                  <a:lnTo>
                    <a:pt x="262458" y="500011"/>
                  </a:lnTo>
                  <a:lnTo>
                    <a:pt x="289775" y="493852"/>
                  </a:lnTo>
                  <a:lnTo>
                    <a:pt x="307365" y="488365"/>
                  </a:lnTo>
                  <a:lnTo>
                    <a:pt x="322846" y="480466"/>
                  </a:lnTo>
                  <a:lnTo>
                    <a:pt x="343852" y="467055"/>
                  </a:lnTo>
                  <a:close/>
                </a:path>
              </a:pathLst>
            </a:custGeom>
            <a:solidFill>
              <a:srgbClr val="003873"/>
            </a:solidFill>
          </p:spPr>
          <p:txBody>
            <a:bodyPr wrap="square" lIns="0" tIns="0" rIns="0" bIns="0" rtlCol="0"/>
            <a:lstStyle/>
            <a:p>
              <a:endParaRPr/>
            </a:p>
          </p:txBody>
        </p:sp>
        <p:sp>
          <p:nvSpPr>
            <p:cNvPr id="7" name="object 7"/>
            <p:cNvSpPr/>
            <p:nvPr/>
          </p:nvSpPr>
          <p:spPr>
            <a:xfrm>
              <a:off x="6825266" y="7175567"/>
              <a:ext cx="129489" cy="111737"/>
            </a:xfrm>
            <a:prstGeom prst="rect">
              <a:avLst/>
            </a:prstGeom>
            <a:blipFill>
              <a:blip r:embed="rId3" cstate="print"/>
              <a:stretch>
                <a:fillRect/>
              </a:stretch>
            </a:blipFill>
          </p:spPr>
          <p:txBody>
            <a:bodyPr wrap="square" lIns="0" tIns="0" rIns="0" bIns="0" rtlCol="0"/>
            <a:lstStyle/>
            <a:p>
              <a:endParaRPr/>
            </a:p>
          </p:txBody>
        </p:sp>
      </p:grpSp>
      <p:grpSp>
        <p:nvGrpSpPr>
          <p:cNvPr id="8" name="object 8"/>
          <p:cNvGrpSpPr/>
          <p:nvPr/>
        </p:nvGrpSpPr>
        <p:grpSpPr>
          <a:xfrm>
            <a:off x="22647355" y="4100070"/>
            <a:ext cx="382905" cy="619125"/>
            <a:chOff x="6566001" y="7575072"/>
            <a:chExt cx="382905" cy="619125"/>
          </a:xfrm>
        </p:grpSpPr>
        <p:sp>
          <p:nvSpPr>
            <p:cNvPr id="9" name="object 9"/>
            <p:cNvSpPr/>
            <p:nvPr/>
          </p:nvSpPr>
          <p:spPr>
            <a:xfrm>
              <a:off x="6566001" y="7575072"/>
              <a:ext cx="382905" cy="619125"/>
            </a:xfrm>
            <a:custGeom>
              <a:avLst/>
              <a:gdLst/>
              <a:ahLst/>
              <a:cxnLst/>
              <a:rect l="l" t="t" r="r" b="b"/>
              <a:pathLst>
                <a:path w="382904" h="619125">
                  <a:moveTo>
                    <a:pt x="360636" y="619123"/>
                  </a:moveTo>
                  <a:lnTo>
                    <a:pt x="22243" y="619123"/>
                  </a:lnTo>
                  <a:lnTo>
                    <a:pt x="67824" y="437028"/>
                  </a:lnTo>
                  <a:lnTo>
                    <a:pt x="116322" y="437028"/>
                  </a:lnTo>
                  <a:lnTo>
                    <a:pt x="89726" y="397068"/>
                  </a:lnTo>
                  <a:lnTo>
                    <a:pt x="63151" y="353952"/>
                  </a:lnTo>
                  <a:lnTo>
                    <a:pt x="38743" y="309743"/>
                  </a:lnTo>
                  <a:lnTo>
                    <a:pt x="18651" y="266506"/>
                  </a:lnTo>
                  <a:lnTo>
                    <a:pt x="5020" y="226303"/>
                  </a:lnTo>
                  <a:lnTo>
                    <a:pt x="0" y="191199"/>
                  </a:lnTo>
                  <a:lnTo>
                    <a:pt x="247" y="181812"/>
                  </a:lnTo>
                  <a:lnTo>
                    <a:pt x="8322" y="135737"/>
                  </a:lnTo>
                  <a:lnTo>
                    <a:pt x="27339" y="92991"/>
                  </a:lnTo>
                  <a:lnTo>
                    <a:pt x="56177" y="56107"/>
                  </a:lnTo>
                  <a:lnTo>
                    <a:pt x="93108" y="27305"/>
                  </a:lnTo>
                  <a:lnTo>
                    <a:pt x="135907" y="8312"/>
                  </a:lnTo>
                  <a:lnTo>
                    <a:pt x="182040" y="246"/>
                  </a:lnTo>
                  <a:lnTo>
                    <a:pt x="191439" y="0"/>
                  </a:lnTo>
                  <a:lnTo>
                    <a:pt x="200839" y="246"/>
                  </a:lnTo>
                  <a:lnTo>
                    <a:pt x="246971" y="8312"/>
                  </a:lnTo>
                  <a:lnTo>
                    <a:pt x="289771" y="27305"/>
                  </a:lnTo>
                  <a:lnTo>
                    <a:pt x="303514" y="36419"/>
                  </a:lnTo>
                  <a:lnTo>
                    <a:pt x="191439" y="36419"/>
                  </a:lnTo>
                  <a:lnTo>
                    <a:pt x="183826" y="36604"/>
                  </a:lnTo>
                  <a:lnTo>
                    <a:pt x="139238" y="45462"/>
                  </a:lnTo>
                  <a:lnTo>
                    <a:pt x="99113" y="66883"/>
                  </a:lnTo>
                  <a:lnTo>
                    <a:pt x="66967" y="98989"/>
                  </a:lnTo>
                  <a:lnTo>
                    <a:pt x="45519" y="139064"/>
                  </a:lnTo>
                  <a:lnTo>
                    <a:pt x="36650" y="183595"/>
                  </a:lnTo>
                  <a:lnTo>
                    <a:pt x="36464" y="191199"/>
                  </a:lnTo>
                  <a:lnTo>
                    <a:pt x="42236" y="224378"/>
                  </a:lnTo>
                  <a:lnTo>
                    <a:pt x="57812" y="264914"/>
                  </a:lnTo>
                  <a:lnTo>
                    <a:pt x="80582" y="310000"/>
                  </a:lnTo>
                  <a:lnTo>
                    <a:pt x="107939" y="356824"/>
                  </a:lnTo>
                  <a:lnTo>
                    <a:pt x="137274" y="402578"/>
                  </a:lnTo>
                  <a:lnTo>
                    <a:pt x="165977" y="444453"/>
                  </a:lnTo>
                  <a:lnTo>
                    <a:pt x="186959" y="473447"/>
                  </a:lnTo>
                  <a:lnTo>
                    <a:pt x="96266" y="473447"/>
                  </a:lnTo>
                  <a:lnTo>
                    <a:pt x="68918" y="582704"/>
                  </a:lnTo>
                  <a:lnTo>
                    <a:pt x="351520" y="582704"/>
                  </a:lnTo>
                  <a:lnTo>
                    <a:pt x="360636" y="619123"/>
                  </a:lnTo>
                  <a:close/>
                </a:path>
                <a:path w="382904" h="619125">
                  <a:moveTo>
                    <a:pt x="238856" y="479638"/>
                  </a:moveTo>
                  <a:lnTo>
                    <a:pt x="191439" y="479638"/>
                  </a:lnTo>
                  <a:lnTo>
                    <a:pt x="216902" y="444453"/>
                  </a:lnTo>
                  <a:lnTo>
                    <a:pt x="245605" y="402578"/>
                  </a:lnTo>
                  <a:lnTo>
                    <a:pt x="274939" y="356824"/>
                  </a:lnTo>
                  <a:lnTo>
                    <a:pt x="302297" y="310000"/>
                  </a:lnTo>
                  <a:lnTo>
                    <a:pt x="325067" y="264914"/>
                  </a:lnTo>
                  <a:lnTo>
                    <a:pt x="340643" y="224378"/>
                  </a:lnTo>
                  <a:lnTo>
                    <a:pt x="346415" y="191199"/>
                  </a:lnTo>
                  <a:lnTo>
                    <a:pt x="346228" y="183595"/>
                  </a:lnTo>
                  <a:lnTo>
                    <a:pt x="337359" y="139064"/>
                  </a:lnTo>
                  <a:lnTo>
                    <a:pt x="315912" y="98989"/>
                  </a:lnTo>
                  <a:lnTo>
                    <a:pt x="283766" y="66883"/>
                  </a:lnTo>
                  <a:lnTo>
                    <a:pt x="243641" y="45462"/>
                  </a:lnTo>
                  <a:lnTo>
                    <a:pt x="199053" y="36604"/>
                  </a:lnTo>
                  <a:lnTo>
                    <a:pt x="191439" y="36419"/>
                  </a:lnTo>
                  <a:lnTo>
                    <a:pt x="303514" y="36419"/>
                  </a:lnTo>
                  <a:lnTo>
                    <a:pt x="333186" y="62907"/>
                  </a:lnTo>
                  <a:lnTo>
                    <a:pt x="360169" y="101139"/>
                  </a:lnTo>
                  <a:lnTo>
                    <a:pt x="377070" y="144763"/>
                  </a:lnTo>
                  <a:lnTo>
                    <a:pt x="382879" y="191199"/>
                  </a:lnTo>
                  <a:lnTo>
                    <a:pt x="377859" y="226303"/>
                  </a:lnTo>
                  <a:lnTo>
                    <a:pt x="364228" y="266506"/>
                  </a:lnTo>
                  <a:lnTo>
                    <a:pt x="344136" y="309743"/>
                  </a:lnTo>
                  <a:lnTo>
                    <a:pt x="319728" y="353952"/>
                  </a:lnTo>
                  <a:lnTo>
                    <a:pt x="293152" y="397068"/>
                  </a:lnTo>
                  <a:lnTo>
                    <a:pt x="266557" y="437028"/>
                  </a:lnTo>
                  <a:lnTo>
                    <a:pt x="315055" y="437028"/>
                  </a:lnTo>
                  <a:lnTo>
                    <a:pt x="324171" y="473447"/>
                  </a:lnTo>
                  <a:lnTo>
                    <a:pt x="243584" y="473447"/>
                  </a:lnTo>
                  <a:lnTo>
                    <a:pt x="238856" y="479638"/>
                  </a:lnTo>
                  <a:close/>
                </a:path>
                <a:path w="382904" h="619125">
                  <a:moveTo>
                    <a:pt x="192533" y="539729"/>
                  </a:moveTo>
                  <a:lnTo>
                    <a:pt x="177947" y="521156"/>
                  </a:lnTo>
                  <a:lnTo>
                    <a:pt x="172404" y="514674"/>
                  </a:lnTo>
                  <a:lnTo>
                    <a:pt x="164228" y="504266"/>
                  </a:lnTo>
                  <a:lnTo>
                    <a:pt x="153795" y="490376"/>
                  </a:lnTo>
                  <a:lnTo>
                    <a:pt x="141483" y="473447"/>
                  </a:lnTo>
                  <a:lnTo>
                    <a:pt x="186959" y="473447"/>
                  </a:lnTo>
                  <a:lnTo>
                    <a:pt x="191439" y="479638"/>
                  </a:lnTo>
                  <a:lnTo>
                    <a:pt x="238856" y="479638"/>
                  </a:lnTo>
                  <a:lnTo>
                    <a:pt x="207119" y="521156"/>
                  </a:lnTo>
                  <a:lnTo>
                    <a:pt x="192533" y="539729"/>
                  </a:lnTo>
                  <a:close/>
                </a:path>
                <a:path w="382904" h="619125">
                  <a:moveTo>
                    <a:pt x="351520" y="582704"/>
                  </a:moveTo>
                  <a:lnTo>
                    <a:pt x="313961" y="582704"/>
                  </a:lnTo>
                  <a:lnTo>
                    <a:pt x="286612" y="473447"/>
                  </a:lnTo>
                  <a:lnTo>
                    <a:pt x="324171" y="473447"/>
                  </a:lnTo>
                  <a:lnTo>
                    <a:pt x="351520" y="582704"/>
                  </a:lnTo>
                  <a:close/>
                </a:path>
              </a:pathLst>
            </a:custGeom>
            <a:solidFill>
              <a:srgbClr val="003873"/>
            </a:solidFill>
          </p:spPr>
          <p:txBody>
            <a:bodyPr wrap="square" lIns="0" tIns="0" rIns="0" bIns="0" rtlCol="0"/>
            <a:lstStyle/>
            <a:p>
              <a:endParaRPr/>
            </a:p>
          </p:txBody>
        </p:sp>
        <p:sp>
          <p:nvSpPr>
            <p:cNvPr id="10" name="object 10"/>
            <p:cNvSpPr/>
            <p:nvPr/>
          </p:nvSpPr>
          <p:spPr>
            <a:xfrm>
              <a:off x="6684516" y="7702539"/>
              <a:ext cx="145849" cy="145676"/>
            </a:xfrm>
            <a:prstGeom prst="rect">
              <a:avLst/>
            </a:prstGeom>
            <a:blipFill>
              <a:blip r:embed="rId4" cstate="print"/>
              <a:stretch>
                <a:fillRect/>
              </a:stretch>
            </a:blipFill>
          </p:spPr>
          <p:txBody>
            <a:bodyPr wrap="square" lIns="0" tIns="0" rIns="0" bIns="0" rtlCol="0"/>
            <a:lstStyle/>
            <a:p>
              <a:endParaRPr/>
            </a:p>
          </p:txBody>
        </p:sp>
      </p:grpSp>
      <p:sp>
        <p:nvSpPr>
          <p:cNvPr id="11" name="object 11"/>
          <p:cNvSpPr/>
          <p:nvPr/>
        </p:nvSpPr>
        <p:spPr>
          <a:xfrm>
            <a:off x="21929170" y="396602"/>
            <a:ext cx="718185" cy="535940"/>
          </a:xfrm>
          <a:custGeom>
            <a:avLst/>
            <a:gdLst/>
            <a:ahLst/>
            <a:cxnLst/>
            <a:rect l="l" t="t" r="r" b="b"/>
            <a:pathLst>
              <a:path w="718185" h="535939">
                <a:moveTo>
                  <a:pt x="343154" y="206197"/>
                </a:moveTo>
                <a:lnTo>
                  <a:pt x="338899" y="156032"/>
                </a:lnTo>
                <a:lnTo>
                  <a:pt x="326605" y="111506"/>
                </a:lnTo>
                <a:lnTo>
                  <a:pt x="307035" y="73380"/>
                </a:lnTo>
                <a:lnTo>
                  <a:pt x="280974" y="42418"/>
                </a:lnTo>
                <a:lnTo>
                  <a:pt x="249199" y="19354"/>
                </a:lnTo>
                <a:lnTo>
                  <a:pt x="212496" y="4965"/>
                </a:lnTo>
                <a:lnTo>
                  <a:pt x="171615" y="0"/>
                </a:lnTo>
                <a:lnTo>
                  <a:pt x="125984" y="6197"/>
                </a:lnTo>
                <a:lnTo>
                  <a:pt x="84975" y="23672"/>
                </a:lnTo>
                <a:lnTo>
                  <a:pt x="50253" y="50787"/>
                </a:lnTo>
                <a:lnTo>
                  <a:pt x="23418" y="85877"/>
                </a:lnTo>
                <a:lnTo>
                  <a:pt x="6134" y="127279"/>
                </a:lnTo>
                <a:lnTo>
                  <a:pt x="0" y="173355"/>
                </a:lnTo>
                <a:lnTo>
                  <a:pt x="6540" y="225158"/>
                </a:lnTo>
                <a:lnTo>
                  <a:pt x="24993" y="271106"/>
                </a:lnTo>
                <a:lnTo>
                  <a:pt x="53657" y="306273"/>
                </a:lnTo>
                <a:lnTo>
                  <a:pt x="105486" y="333375"/>
                </a:lnTo>
                <a:lnTo>
                  <a:pt x="117068" y="347624"/>
                </a:lnTo>
                <a:lnTo>
                  <a:pt x="124028" y="366763"/>
                </a:lnTo>
                <a:lnTo>
                  <a:pt x="124891" y="389064"/>
                </a:lnTo>
                <a:lnTo>
                  <a:pt x="115150" y="420154"/>
                </a:lnTo>
                <a:lnTo>
                  <a:pt x="92875" y="450532"/>
                </a:lnTo>
                <a:lnTo>
                  <a:pt x="57683" y="479336"/>
                </a:lnTo>
                <a:lnTo>
                  <a:pt x="9182" y="505714"/>
                </a:lnTo>
                <a:lnTo>
                  <a:pt x="1092" y="513791"/>
                </a:lnTo>
                <a:lnTo>
                  <a:pt x="533" y="524306"/>
                </a:lnTo>
                <a:lnTo>
                  <a:pt x="6375" y="533019"/>
                </a:lnTo>
                <a:lnTo>
                  <a:pt x="17475" y="535749"/>
                </a:lnTo>
                <a:lnTo>
                  <a:pt x="68326" y="526630"/>
                </a:lnTo>
                <a:lnTo>
                  <a:pt x="115925" y="512660"/>
                </a:lnTo>
                <a:lnTo>
                  <a:pt x="159931" y="494080"/>
                </a:lnTo>
                <a:lnTo>
                  <a:pt x="200025" y="471106"/>
                </a:lnTo>
                <a:lnTo>
                  <a:pt x="235877" y="443966"/>
                </a:lnTo>
                <a:lnTo>
                  <a:pt x="267144" y="412877"/>
                </a:lnTo>
                <a:lnTo>
                  <a:pt x="293497" y="378079"/>
                </a:lnTo>
                <a:lnTo>
                  <a:pt x="314604" y="339775"/>
                </a:lnTo>
                <a:lnTo>
                  <a:pt x="330136" y="298221"/>
                </a:lnTo>
                <a:lnTo>
                  <a:pt x="339763" y="253619"/>
                </a:lnTo>
                <a:lnTo>
                  <a:pt x="343154" y="206197"/>
                </a:lnTo>
                <a:close/>
              </a:path>
              <a:path w="718185" h="535939">
                <a:moveTo>
                  <a:pt x="717575" y="206197"/>
                </a:moveTo>
                <a:lnTo>
                  <a:pt x="713333" y="156032"/>
                </a:lnTo>
                <a:lnTo>
                  <a:pt x="701040" y="111506"/>
                </a:lnTo>
                <a:lnTo>
                  <a:pt x="681469" y="73380"/>
                </a:lnTo>
                <a:lnTo>
                  <a:pt x="655408" y="42418"/>
                </a:lnTo>
                <a:lnTo>
                  <a:pt x="623633" y="19354"/>
                </a:lnTo>
                <a:lnTo>
                  <a:pt x="586917" y="4965"/>
                </a:lnTo>
                <a:lnTo>
                  <a:pt x="546049" y="0"/>
                </a:lnTo>
                <a:lnTo>
                  <a:pt x="500405" y="6197"/>
                </a:lnTo>
                <a:lnTo>
                  <a:pt x="459409" y="23672"/>
                </a:lnTo>
                <a:lnTo>
                  <a:pt x="424675" y="50787"/>
                </a:lnTo>
                <a:lnTo>
                  <a:pt x="397852" y="85877"/>
                </a:lnTo>
                <a:lnTo>
                  <a:pt x="380555" y="127279"/>
                </a:lnTo>
                <a:lnTo>
                  <a:pt x="374434" y="173355"/>
                </a:lnTo>
                <a:lnTo>
                  <a:pt x="380974" y="225158"/>
                </a:lnTo>
                <a:lnTo>
                  <a:pt x="399427" y="271106"/>
                </a:lnTo>
                <a:lnTo>
                  <a:pt x="428078" y="306273"/>
                </a:lnTo>
                <a:lnTo>
                  <a:pt x="479907" y="333375"/>
                </a:lnTo>
                <a:lnTo>
                  <a:pt x="491490" y="347624"/>
                </a:lnTo>
                <a:lnTo>
                  <a:pt x="498462" y="366763"/>
                </a:lnTo>
                <a:lnTo>
                  <a:pt x="499325" y="389064"/>
                </a:lnTo>
                <a:lnTo>
                  <a:pt x="489585" y="420154"/>
                </a:lnTo>
                <a:lnTo>
                  <a:pt x="467309" y="450532"/>
                </a:lnTo>
                <a:lnTo>
                  <a:pt x="432117" y="479336"/>
                </a:lnTo>
                <a:lnTo>
                  <a:pt x="383616" y="505714"/>
                </a:lnTo>
                <a:lnTo>
                  <a:pt x="375513" y="513791"/>
                </a:lnTo>
                <a:lnTo>
                  <a:pt x="374967" y="524306"/>
                </a:lnTo>
                <a:lnTo>
                  <a:pt x="380809" y="533019"/>
                </a:lnTo>
                <a:lnTo>
                  <a:pt x="391909" y="535749"/>
                </a:lnTo>
                <a:lnTo>
                  <a:pt x="442760" y="526630"/>
                </a:lnTo>
                <a:lnTo>
                  <a:pt x="490347" y="512660"/>
                </a:lnTo>
                <a:lnTo>
                  <a:pt x="534365" y="494080"/>
                </a:lnTo>
                <a:lnTo>
                  <a:pt x="574459" y="471106"/>
                </a:lnTo>
                <a:lnTo>
                  <a:pt x="610311" y="443966"/>
                </a:lnTo>
                <a:lnTo>
                  <a:pt x="641578" y="412877"/>
                </a:lnTo>
                <a:lnTo>
                  <a:pt x="667931" y="378079"/>
                </a:lnTo>
                <a:lnTo>
                  <a:pt x="689038" y="339775"/>
                </a:lnTo>
                <a:lnTo>
                  <a:pt x="704570" y="298221"/>
                </a:lnTo>
                <a:lnTo>
                  <a:pt x="714197" y="253619"/>
                </a:lnTo>
                <a:lnTo>
                  <a:pt x="717575" y="206197"/>
                </a:lnTo>
                <a:close/>
              </a:path>
            </a:pathLst>
          </a:custGeom>
          <a:solidFill>
            <a:srgbClr val="003873"/>
          </a:solidFill>
        </p:spPr>
        <p:txBody>
          <a:bodyPr wrap="square" lIns="0" tIns="0" rIns="0" bIns="0" rtlCol="0"/>
          <a:lstStyle/>
          <a:p>
            <a:endParaRPr/>
          </a:p>
        </p:txBody>
      </p:sp>
      <p:sp>
        <p:nvSpPr>
          <p:cNvPr id="13" name="object 13"/>
          <p:cNvSpPr txBox="1"/>
          <p:nvPr/>
        </p:nvSpPr>
        <p:spPr>
          <a:xfrm>
            <a:off x="20141181" y="8572500"/>
            <a:ext cx="4138295" cy="403225"/>
          </a:xfrm>
          <a:prstGeom prst="rect">
            <a:avLst/>
          </a:prstGeom>
        </p:spPr>
        <p:txBody>
          <a:bodyPr vert="horz" wrap="square" lIns="0" tIns="15875" rIns="0" bIns="0" rtlCol="0">
            <a:spAutoFit/>
          </a:bodyPr>
          <a:lstStyle/>
          <a:p>
            <a:pPr marL="12700">
              <a:lnSpc>
                <a:spcPct val="100000"/>
              </a:lnSpc>
              <a:spcBef>
                <a:spcPts val="125"/>
              </a:spcBef>
            </a:pPr>
            <a:r>
              <a:rPr sz="2450" spc="-90" dirty="0">
                <a:latin typeface="Arial Black"/>
                <a:cs typeface="Arial Black"/>
                <a:hlinkClick r:id="rId5"/>
              </a:rPr>
              <a:t>hello@reallygreatsite.com</a:t>
            </a:r>
            <a:endParaRPr sz="2450" dirty="0">
              <a:latin typeface="Arial Black"/>
              <a:cs typeface="Arial Black"/>
            </a:endParaRPr>
          </a:p>
        </p:txBody>
      </p:sp>
      <p:sp>
        <p:nvSpPr>
          <p:cNvPr id="14" name="object 14"/>
          <p:cNvSpPr txBox="1"/>
          <p:nvPr/>
        </p:nvSpPr>
        <p:spPr>
          <a:xfrm>
            <a:off x="19733828" y="4941886"/>
            <a:ext cx="2414905" cy="403225"/>
          </a:xfrm>
          <a:prstGeom prst="rect">
            <a:avLst/>
          </a:prstGeom>
        </p:spPr>
        <p:txBody>
          <a:bodyPr vert="horz" wrap="square" lIns="0" tIns="15875" rIns="0" bIns="0" rtlCol="0">
            <a:spAutoFit/>
          </a:bodyPr>
          <a:lstStyle/>
          <a:p>
            <a:pPr marL="12700">
              <a:lnSpc>
                <a:spcPct val="100000"/>
              </a:lnSpc>
              <a:spcBef>
                <a:spcPts val="125"/>
              </a:spcBef>
            </a:pPr>
            <a:r>
              <a:rPr sz="2450" spc="-65" dirty="0">
                <a:latin typeface="Arial Black"/>
                <a:cs typeface="Arial Black"/>
              </a:rPr>
              <a:t>0</a:t>
            </a:r>
            <a:endParaRPr sz="2450" dirty="0">
              <a:latin typeface="Arial Black"/>
              <a:cs typeface="Arial Black"/>
            </a:endParaRPr>
          </a:p>
        </p:txBody>
      </p:sp>
      <p:sp>
        <p:nvSpPr>
          <p:cNvPr id="15" name="object 15"/>
          <p:cNvSpPr txBox="1"/>
          <p:nvPr/>
        </p:nvSpPr>
        <p:spPr>
          <a:xfrm>
            <a:off x="20110701" y="3010652"/>
            <a:ext cx="3907154" cy="403225"/>
          </a:xfrm>
          <a:prstGeom prst="rect">
            <a:avLst/>
          </a:prstGeom>
        </p:spPr>
        <p:txBody>
          <a:bodyPr vert="horz" wrap="square" lIns="0" tIns="15875" rIns="0" bIns="0" rtlCol="0">
            <a:spAutoFit/>
          </a:bodyPr>
          <a:lstStyle/>
          <a:p>
            <a:pPr marL="12700">
              <a:lnSpc>
                <a:spcPct val="100000"/>
              </a:lnSpc>
              <a:spcBef>
                <a:spcPts val="125"/>
              </a:spcBef>
            </a:pPr>
            <a:r>
              <a:rPr sz="2450" spc="-150" dirty="0">
                <a:latin typeface="Arial Black"/>
                <a:cs typeface="Arial Black"/>
                <a:hlinkClick r:id="rId6"/>
              </a:rPr>
              <a:t>www.reallygreatsite.com</a:t>
            </a:r>
            <a:endParaRPr sz="2450">
              <a:latin typeface="Arial Black"/>
              <a:cs typeface="Arial Black"/>
            </a:endParaRPr>
          </a:p>
        </p:txBody>
      </p:sp>
      <p:sp>
        <p:nvSpPr>
          <p:cNvPr id="16" name="object 16"/>
          <p:cNvSpPr txBox="1"/>
          <p:nvPr/>
        </p:nvSpPr>
        <p:spPr>
          <a:xfrm>
            <a:off x="20141181" y="5603751"/>
            <a:ext cx="4015104" cy="403225"/>
          </a:xfrm>
          <a:prstGeom prst="rect">
            <a:avLst/>
          </a:prstGeom>
        </p:spPr>
        <p:txBody>
          <a:bodyPr vert="horz" wrap="square" lIns="0" tIns="15875" rIns="0" bIns="0" rtlCol="0">
            <a:spAutoFit/>
          </a:bodyPr>
          <a:lstStyle/>
          <a:p>
            <a:pPr marL="12700">
              <a:lnSpc>
                <a:spcPct val="100000"/>
              </a:lnSpc>
              <a:spcBef>
                <a:spcPts val="125"/>
              </a:spcBef>
            </a:pPr>
            <a:r>
              <a:rPr sz="2450" spc="-415" dirty="0">
                <a:latin typeface="Arial Black"/>
                <a:cs typeface="Arial Black"/>
              </a:rPr>
              <a:t>123 </a:t>
            </a:r>
            <a:r>
              <a:rPr sz="2450" spc="-140" dirty="0">
                <a:latin typeface="Arial Black"/>
                <a:cs typeface="Arial Black"/>
              </a:rPr>
              <a:t>Anywhere </a:t>
            </a:r>
            <a:r>
              <a:rPr sz="2450" spc="-285" dirty="0">
                <a:latin typeface="Arial Black"/>
                <a:cs typeface="Arial Black"/>
              </a:rPr>
              <a:t>St., </a:t>
            </a:r>
            <a:r>
              <a:rPr sz="2450" spc="-135" dirty="0">
                <a:latin typeface="Arial Black"/>
                <a:cs typeface="Arial Black"/>
              </a:rPr>
              <a:t>Any</a:t>
            </a:r>
            <a:r>
              <a:rPr sz="2450" spc="-250" dirty="0">
                <a:latin typeface="Arial Black"/>
                <a:cs typeface="Arial Black"/>
              </a:rPr>
              <a:t> </a:t>
            </a:r>
            <a:r>
              <a:rPr sz="2450" spc="-130" dirty="0">
                <a:latin typeface="Arial Black"/>
                <a:cs typeface="Arial Black"/>
              </a:rPr>
              <a:t>City</a:t>
            </a:r>
            <a:endParaRPr sz="2450" dirty="0">
              <a:latin typeface="Arial Black"/>
              <a:cs typeface="Arial Black"/>
            </a:endParaRPr>
          </a:p>
        </p:txBody>
      </p:sp>
      <p:sp>
        <p:nvSpPr>
          <p:cNvPr id="17" name="object 17"/>
          <p:cNvSpPr txBox="1"/>
          <p:nvPr/>
        </p:nvSpPr>
        <p:spPr>
          <a:xfrm>
            <a:off x="1103817" y="2369795"/>
            <a:ext cx="8204200" cy="6404317"/>
          </a:xfrm>
          <a:prstGeom prst="rect">
            <a:avLst/>
          </a:prstGeom>
        </p:spPr>
        <p:txBody>
          <a:bodyPr vert="horz" wrap="square" lIns="0" tIns="2540" rIns="0" bIns="0" rtlCol="0">
            <a:spAutoFit/>
          </a:bodyPr>
          <a:lstStyle/>
          <a:p>
            <a:pPr marL="0" lvl="0" indent="0" algn="l" rtl="0">
              <a:spcBef>
                <a:spcPts val="0"/>
              </a:spcBef>
              <a:spcAft>
                <a:spcPts val="0"/>
              </a:spcAft>
              <a:buNone/>
            </a:pPr>
            <a:r>
              <a:rPr lang="en-US" sz="3200" dirty="0"/>
              <a:t>AHMED MUAYAD YOUNUS, ACADEMIC JOURNAL OF DIGITAL ECONOMICS AND STABILITY VOLUME 10, ISSUE -2021</a:t>
            </a:r>
          </a:p>
          <a:p>
            <a:pPr marL="0" lvl="0" indent="0" algn="l" rtl="0">
              <a:spcBef>
                <a:spcPts val="0"/>
              </a:spcBef>
              <a:spcAft>
                <a:spcPts val="0"/>
              </a:spcAft>
              <a:buNone/>
            </a:pPr>
            <a:endParaRPr lang="en-US" sz="3200" dirty="0">
              <a:solidFill>
                <a:srgbClr val="FFFFFF"/>
              </a:solidFill>
            </a:endParaRPr>
          </a:p>
          <a:p>
            <a:pPr marL="0" lvl="0" indent="0" algn="l" rtl="0">
              <a:spcBef>
                <a:spcPts val="0"/>
              </a:spcBef>
              <a:spcAft>
                <a:spcPts val="0"/>
              </a:spcAft>
              <a:buNone/>
            </a:pPr>
            <a:r>
              <a:rPr lang="en-US" sz="3200" u="sng" dirty="0">
                <a:solidFill>
                  <a:schemeClr val="hlink"/>
                </a:solidFill>
                <a:hlinkClick r:id="rId7"/>
              </a:rPr>
              <a:t>https://www.enago.com</a:t>
            </a:r>
            <a:endParaRPr lang="en-US" sz="3200" dirty="0">
              <a:solidFill>
                <a:srgbClr val="FFFFFF"/>
              </a:solidFill>
            </a:endParaRPr>
          </a:p>
          <a:p>
            <a:pPr marL="0" lvl="0" indent="0" algn="l" rtl="0">
              <a:spcBef>
                <a:spcPts val="0"/>
              </a:spcBef>
              <a:spcAft>
                <a:spcPts val="0"/>
              </a:spcAft>
              <a:buNone/>
            </a:pPr>
            <a:endParaRPr lang="en-US" sz="3200" dirty="0">
              <a:solidFill>
                <a:srgbClr val="FFFFFF"/>
              </a:solidFill>
            </a:endParaRPr>
          </a:p>
          <a:p>
            <a:pPr marL="0" lvl="0" indent="0" algn="l" rtl="0">
              <a:spcBef>
                <a:spcPts val="0"/>
              </a:spcBef>
              <a:spcAft>
                <a:spcPts val="0"/>
              </a:spcAft>
              <a:buNone/>
            </a:pPr>
            <a:r>
              <a:rPr lang="en-US" sz="3200" u="sng" dirty="0">
                <a:solidFill>
                  <a:schemeClr val="hlink"/>
                </a:solidFill>
                <a:hlinkClick r:id="rId8"/>
              </a:rPr>
              <a:t>https://techacute.com/what-is-the-objective-of-technology/</a:t>
            </a:r>
            <a:endParaRPr lang="en-US" sz="3200" dirty="0">
              <a:solidFill>
                <a:srgbClr val="FFFFFF"/>
              </a:solidFill>
            </a:endParaRPr>
          </a:p>
          <a:p>
            <a:pPr marL="0" lvl="0" indent="0" algn="l" rtl="0">
              <a:spcBef>
                <a:spcPts val="0"/>
              </a:spcBef>
              <a:spcAft>
                <a:spcPts val="0"/>
              </a:spcAft>
              <a:buNone/>
            </a:pPr>
            <a:endParaRPr lang="en-US" sz="3200" dirty="0">
              <a:solidFill>
                <a:srgbClr val="FFFFFF"/>
              </a:solidFill>
            </a:endParaRPr>
          </a:p>
          <a:p>
            <a:pPr marL="0" lvl="0" indent="0" algn="l" rtl="0">
              <a:spcBef>
                <a:spcPts val="0"/>
              </a:spcBef>
              <a:spcAft>
                <a:spcPts val="0"/>
              </a:spcAft>
              <a:buNone/>
            </a:pPr>
            <a:r>
              <a:rPr lang="en-US" sz="3200" u="sng" dirty="0">
                <a:solidFill>
                  <a:schemeClr val="hlink"/>
                </a:solidFill>
                <a:hlinkClick r:id="rId9"/>
              </a:rPr>
              <a:t>https://libguides.wits.ac</a:t>
            </a:r>
            <a:r>
              <a:rPr lang="en-US" sz="3200" dirty="0">
                <a:solidFill>
                  <a:srgbClr val="FFFFFF"/>
                </a:solidFill>
              </a:rPr>
              <a:t>.</a:t>
            </a:r>
          </a:p>
          <a:p>
            <a:pPr marL="0" lvl="0" indent="0" algn="l" rtl="0">
              <a:spcBef>
                <a:spcPts val="0"/>
              </a:spcBef>
              <a:spcAft>
                <a:spcPts val="0"/>
              </a:spcAft>
              <a:buNone/>
            </a:pPr>
            <a:endParaRPr lang="en-US" sz="3200" dirty="0">
              <a:solidFill>
                <a:srgbClr val="FFFFFF"/>
              </a:solidFill>
            </a:endParaRPr>
          </a:p>
          <a:p>
            <a:pPr marL="0" lvl="0" indent="0" algn="l" rtl="0">
              <a:spcBef>
                <a:spcPts val="0"/>
              </a:spcBef>
              <a:spcAft>
                <a:spcPts val="0"/>
              </a:spcAft>
              <a:buNone/>
            </a:pPr>
            <a:r>
              <a:rPr lang="en-US" sz="3200" u="sng" dirty="0">
                <a:solidFill>
                  <a:schemeClr val="hlink"/>
                </a:solidFill>
                <a:hlinkClick r:id="rId10"/>
              </a:rPr>
              <a:t>https://byjus.com/maths/sample-size/</a:t>
            </a:r>
            <a:endParaRPr lang="en-US" sz="3200" dirty="0">
              <a:solidFill>
                <a:srgbClr val="FFFFFF"/>
              </a:solidFill>
            </a:endParaRPr>
          </a:p>
          <a:p>
            <a:pPr marL="0" lvl="0" indent="0" algn="l" rtl="0">
              <a:spcBef>
                <a:spcPts val="0"/>
              </a:spcBef>
              <a:spcAft>
                <a:spcPts val="0"/>
              </a:spcAft>
              <a:buNone/>
            </a:pPr>
            <a:endParaRPr lang="en-US" sz="3200" dirty="0">
              <a:solidFill>
                <a:srgbClr val="FFFFFF"/>
              </a:solidFill>
            </a:endParaRPr>
          </a:p>
        </p:txBody>
      </p:sp>
      <p:sp>
        <p:nvSpPr>
          <p:cNvPr id="19" name="Title 18">
            <a:extLst>
              <a:ext uri="{FF2B5EF4-FFF2-40B4-BE49-F238E27FC236}">
                <a16:creationId xmlns:a16="http://schemas.microsoft.com/office/drawing/2014/main" id="{3A8128F2-D6C0-8692-E696-C320E6510920}"/>
              </a:ext>
            </a:extLst>
          </p:cNvPr>
          <p:cNvSpPr>
            <a:spLocks noGrp="1"/>
          </p:cNvSpPr>
          <p:nvPr>
            <p:ph type="title"/>
          </p:nvPr>
        </p:nvSpPr>
        <p:spPr>
          <a:xfrm>
            <a:off x="1104048" y="682714"/>
            <a:ext cx="6410309" cy="769441"/>
          </a:xfrm>
        </p:spPr>
        <p:txBody>
          <a:bodyPr/>
          <a:lstStyle/>
          <a:p>
            <a:r>
              <a:rPr lang="en-IN" u="sng" dirty="0">
                <a:solidFill>
                  <a:srgbClr val="FF0000"/>
                </a:solidFill>
              </a:rPr>
              <a:t>References</a:t>
            </a:r>
            <a:r>
              <a:rPr lang="en-IN" dirty="0">
                <a:solidFill>
                  <a:srgbClr val="FF0000"/>
                </a:solidFill>
              </a:rPr>
              <a:t> </a:t>
            </a:r>
          </a:p>
        </p:txBody>
      </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508198"/>
            <a:ext cx="18288000" cy="8778875"/>
            <a:chOff x="0" y="1508198"/>
            <a:chExt cx="18288000" cy="8778875"/>
          </a:xfrm>
        </p:grpSpPr>
        <p:sp>
          <p:nvSpPr>
            <p:cNvPr id="3" name="object 3"/>
            <p:cNvSpPr/>
            <p:nvPr/>
          </p:nvSpPr>
          <p:spPr>
            <a:xfrm>
              <a:off x="6004351" y="7044136"/>
              <a:ext cx="12284075" cy="3242945"/>
            </a:xfrm>
            <a:custGeom>
              <a:avLst/>
              <a:gdLst/>
              <a:ahLst/>
              <a:cxnLst/>
              <a:rect l="l" t="t" r="r" b="b"/>
              <a:pathLst>
                <a:path w="12284075" h="3242945">
                  <a:moveTo>
                    <a:pt x="12283648" y="3242863"/>
                  </a:moveTo>
                  <a:lnTo>
                    <a:pt x="1214319" y="3242863"/>
                  </a:lnTo>
                  <a:lnTo>
                    <a:pt x="8657" y="186074"/>
                  </a:lnTo>
                  <a:lnTo>
                    <a:pt x="321" y="153859"/>
                  </a:lnTo>
                  <a:lnTo>
                    <a:pt x="0" y="121057"/>
                  </a:lnTo>
                  <a:lnTo>
                    <a:pt x="7531" y="89129"/>
                  </a:lnTo>
                  <a:lnTo>
                    <a:pt x="44694" y="34522"/>
                  </a:lnTo>
                  <a:lnTo>
                    <a:pt x="102263" y="4065"/>
                  </a:lnTo>
                  <a:lnTo>
                    <a:pt x="135290" y="0"/>
                  </a:lnTo>
                  <a:lnTo>
                    <a:pt x="12283648" y="0"/>
                  </a:lnTo>
                  <a:lnTo>
                    <a:pt x="12283648" y="3242863"/>
                  </a:lnTo>
                  <a:close/>
                </a:path>
              </a:pathLst>
            </a:custGeom>
            <a:solidFill>
              <a:srgbClr val="E1E1E1">
                <a:alpha val="94898"/>
              </a:srgbClr>
            </a:solidFill>
          </p:spPr>
          <p:txBody>
            <a:bodyPr wrap="square" lIns="0" tIns="0" rIns="0" bIns="0" rtlCol="0"/>
            <a:lstStyle/>
            <a:p>
              <a:endParaRPr/>
            </a:p>
          </p:txBody>
        </p:sp>
        <p:sp>
          <p:nvSpPr>
            <p:cNvPr id="4" name="object 4"/>
            <p:cNvSpPr/>
            <p:nvPr/>
          </p:nvSpPr>
          <p:spPr>
            <a:xfrm>
              <a:off x="0" y="1508198"/>
              <a:ext cx="14976475" cy="8778875"/>
            </a:xfrm>
            <a:custGeom>
              <a:avLst/>
              <a:gdLst/>
              <a:ahLst/>
              <a:cxnLst/>
              <a:rect l="l" t="t" r="r" b="b"/>
              <a:pathLst>
                <a:path w="14976475" h="8778875">
                  <a:moveTo>
                    <a:pt x="14975913" y="8778801"/>
                  </a:moveTo>
                  <a:lnTo>
                    <a:pt x="0" y="8778801"/>
                  </a:lnTo>
                  <a:lnTo>
                    <a:pt x="0" y="0"/>
                  </a:lnTo>
                  <a:lnTo>
                    <a:pt x="11057383" y="0"/>
                  </a:lnTo>
                  <a:lnTo>
                    <a:pt x="11105750" y="1734"/>
                  </a:lnTo>
                  <a:lnTo>
                    <a:pt x="11153392" y="6872"/>
                  </a:lnTo>
                  <a:lnTo>
                    <a:pt x="11200162" y="15314"/>
                  </a:lnTo>
                  <a:lnTo>
                    <a:pt x="11245915" y="26963"/>
                  </a:lnTo>
                  <a:lnTo>
                    <a:pt x="11290507" y="41719"/>
                  </a:lnTo>
                  <a:lnTo>
                    <a:pt x="11333792" y="59484"/>
                  </a:lnTo>
                  <a:lnTo>
                    <a:pt x="11375627" y="80160"/>
                  </a:lnTo>
                  <a:lnTo>
                    <a:pt x="11415866" y="103648"/>
                  </a:lnTo>
                  <a:lnTo>
                    <a:pt x="11454364" y="129849"/>
                  </a:lnTo>
                  <a:lnTo>
                    <a:pt x="11490977" y="158665"/>
                  </a:lnTo>
                  <a:lnTo>
                    <a:pt x="11525560" y="189997"/>
                  </a:lnTo>
                  <a:lnTo>
                    <a:pt x="11557967" y="223747"/>
                  </a:lnTo>
                  <a:lnTo>
                    <a:pt x="11588055" y="259816"/>
                  </a:lnTo>
                  <a:lnTo>
                    <a:pt x="11615679" y="298106"/>
                  </a:lnTo>
                  <a:lnTo>
                    <a:pt x="11640693" y="338518"/>
                  </a:lnTo>
                  <a:lnTo>
                    <a:pt x="11662953" y="380954"/>
                  </a:lnTo>
                  <a:lnTo>
                    <a:pt x="11682313" y="425314"/>
                  </a:lnTo>
                  <a:lnTo>
                    <a:pt x="14971959" y="8765725"/>
                  </a:lnTo>
                  <a:lnTo>
                    <a:pt x="14975913" y="8778801"/>
                  </a:lnTo>
                  <a:close/>
                </a:path>
              </a:pathLst>
            </a:custGeom>
            <a:solidFill>
              <a:srgbClr val="003873"/>
            </a:solidFill>
          </p:spPr>
          <p:txBody>
            <a:bodyPr wrap="square" lIns="0" tIns="0" rIns="0" bIns="0" rtlCol="0"/>
            <a:lstStyle/>
            <a:p>
              <a:endParaRPr dirty="0"/>
            </a:p>
          </p:txBody>
        </p:sp>
      </p:grpSp>
      <p:sp>
        <p:nvSpPr>
          <p:cNvPr id="5" name="object 5"/>
          <p:cNvSpPr txBox="1">
            <a:spLocks noGrp="1"/>
          </p:cNvSpPr>
          <p:nvPr>
            <p:ph type="title"/>
          </p:nvPr>
        </p:nvSpPr>
        <p:spPr>
          <a:xfrm>
            <a:off x="1016000" y="2578361"/>
            <a:ext cx="7545070" cy="4094711"/>
          </a:xfrm>
          <a:prstGeom prst="rect">
            <a:avLst/>
          </a:prstGeom>
        </p:spPr>
        <p:txBody>
          <a:bodyPr vert="horz" wrap="square" lIns="0" tIns="16510" rIns="0" bIns="0" rtlCol="0">
            <a:spAutoFit/>
          </a:bodyPr>
          <a:lstStyle/>
          <a:p>
            <a:pPr marL="12700">
              <a:lnSpc>
                <a:spcPct val="100000"/>
              </a:lnSpc>
              <a:spcBef>
                <a:spcPts val="130"/>
              </a:spcBef>
            </a:pPr>
            <a:r>
              <a:rPr sz="13250" u="sng" dirty="0">
                <a:solidFill>
                  <a:srgbClr val="FFFFFF"/>
                </a:solidFill>
                <a:uFill>
                  <a:solidFill>
                    <a:srgbClr val="FFFFFF"/>
                  </a:solidFill>
                </a:uFill>
              </a:rPr>
              <a:t>Th</a:t>
            </a:r>
            <a:r>
              <a:rPr sz="13250" u="sng" dirty="0">
                <a:solidFill>
                  <a:srgbClr val="FFFFFF"/>
                </a:solidFill>
              </a:rPr>
              <a:t>an</a:t>
            </a:r>
            <a:r>
              <a:rPr lang="en-IN" sz="13250" u="sng" dirty="0">
                <a:solidFill>
                  <a:srgbClr val="FFFFFF"/>
                </a:solidFill>
              </a:rPr>
              <a:t>k You</a:t>
            </a:r>
            <a:endParaRPr sz="13250" u="sng" dirty="0"/>
          </a:p>
        </p:txBody>
      </p:sp>
      <p:grpSp>
        <p:nvGrpSpPr>
          <p:cNvPr id="7" name="object 7"/>
          <p:cNvGrpSpPr/>
          <p:nvPr/>
        </p:nvGrpSpPr>
        <p:grpSpPr>
          <a:xfrm>
            <a:off x="10970895" y="1332937"/>
            <a:ext cx="9042082" cy="9129335"/>
            <a:chOff x="10788056" y="1158192"/>
            <a:chExt cx="9042082" cy="9129335"/>
          </a:xfrm>
        </p:grpSpPr>
        <p:sp>
          <p:nvSpPr>
            <p:cNvPr id="8" name="object 8"/>
            <p:cNvSpPr/>
            <p:nvPr/>
          </p:nvSpPr>
          <p:spPr>
            <a:xfrm>
              <a:off x="18868113" y="1570624"/>
              <a:ext cx="962025" cy="1074420"/>
            </a:xfrm>
            <a:custGeom>
              <a:avLst/>
              <a:gdLst/>
              <a:ahLst/>
              <a:cxnLst/>
              <a:rect l="l" t="t" r="r" b="b"/>
              <a:pathLst>
                <a:path w="962025" h="1074420">
                  <a:moveTo>
                    <a:pt x="660781" y="530072"/>
                  </a:moveTo>
                  <a:lnTo>
                    <a:pt x="654723" y="484085"/>
                  </a:lnTo>
                  <a:lnTo>
                    <a:pt x="639826" y="440156"/>
                  </a:lnTo>
                  <a:lnTo>
                    <a:pt x="616661" y="399999"/>
                  </a:lnTo>
                  <a:lnTo>
                    <a:pt x="586105" y="365125"/>
                  </a:lnTo>
                  <a:lnTo>
                    <a:pt x="549338" y="336892"/>
                  </a:lnTo>
                  <a:lnTo>
                    <a:pt x="507771" y="316382"/>
                  </a:lnTo>
                  <a:lnTo>
                    <a:pt x="463003" y="304368"/>
                  </a:lnTo>
                  <a:lnTo>
                    <a:pt x="432231" y="301345"/>
                  </a:lnTo>
                  <a:lnTo>
                    <a:pt x="424497" y="301345"/>
                  </a:lnTo>
                  <a:lnTo>
                    <a:pt x="424497" y="774280"/>
                  </a:lnTo>
                  <a:lnTo>
                    <a:pt x="432231" y="774280"/>
                  </a:lnTo>
                  <a:lnTo>
                    <a:pt x="478180" y="768223"/>
                  </a:lnTo>
                  <a:lnTo>
                    <a:pt x="522071" y="753313"/>
                  </a:lnTo>
                  <a:lnTo>
                    <a:pt x="562203" y="730123"/>
                  </a:lnTo>
                  <a:lnTo>
                    <a:pt x="597039" y="699541"/>
                  </a:lnTo>
                  <a:lnTo>
                    <a:pt x="625259" y="662749"/>
                  </a:lnTo>
                  <a:lnTo>
                    <a:pt x="645756" y="621144"/>
                  </a:lnTo>
                  <a:lnTo>
                    <a:pt x="657745" y="576351"/>
                  </a:lnTo>
                  <a:lnTo>
                    <a:pt x="660781" y="545553"/>
                  </a:lnTo>
                  <a:lnTo>
                    <a:pt x="660781" y="530072"/>
                  </a:lnTo>
                  <a:close/>
                </a:path>
                <a:path w="962025" h="1074420">
                  <a:moveTo>
                    <a:pt x="961885" y="537210"/>
                  </a:moveTo>
                  <a:lnTo>
                    <a:pt x="959688" y="487680"/>
                  </a:lnTo>
                  <a:lnTo>
                    <a:pt x="953223" y="440690"/>
                  </a:lnTo>
                  <a:lnTo>
                    <a:pt x="942682" y="393700"/>
                  </a:lnTo>
                  <a:lnTo>
                    <a:pt x="928268" y="349250"/>
                  </a:lnTo>
                  <a:lnTo>
                    <a:pt x="910145" y="306070"/>
                  </a:lnTo>
                  <a:lnTo>
                    <a:pt x="888517" y="265430"/>
                  </a:lnTo>
                  <a:lnTo>
                    <a:pt x="863574" y="227330"/>
                  </a:lnTo>
                  <a:lnTo>
                    <a:pt x="835494" y="190500"/>
                  </a:lnTo>
                  <a:lnTo>
                    <a:pt x="804481" y="157480"/>
                  </a:lnTo>
                  <a:lnTo>
                    <a:pt x="792454" y="146177"/>
                  </a:lnTo>
                  <a:lnTo>
                    <a:pt x="792454" y="528320"/>
                  </a:lnTo>
                  <a:lnTo>
                    <a:pt x="792454" y="546100"/>
                  </a:lnTo>
                  <a:lnTo>
                    <a:pt x="788581" y="591820"/>
                  </a:lnTo>
                  <a:lnTo>
                    <a:pt x="781545" y="626110"/>
                  </a:lnTo>
                  <a:lnTo>
                    <a:pt x="779233" y="635000"/>
                  </a:lnTo>
                  <a:lnTo>
                    <a:pt x="776719" y="643890"/>
                  </a:lnTo>
                  <a:lnTo>
                    <a:pt x="773988" y="652780"/>
                  </a:lnTo>
                  <a:lnTo>
                    <a:pt x="771055" y="661670"/>
                  </a:lnTo>
                  <a:lnTo>
                    <a:pt x="767905" y="669290"/>
                  </a:lnTo>
                  <a:lnTo>
                    <a:pt x="764552" y="678180"/>
                  </a:lnTo>
                  <a:lnTo>
                    <a:pt x="760996" y="687070"/>
                  </a:lnTo>
                  <a:lnTo>
                    <a:pt x="757224" y="694690"/>
                  </a:lnTo>
                  <a:lnTo>
                    <a:pt x="753275" y="702310"/>
                  </a:lnTo>
                  <a:lnTo>
                    <a:pt x="749109" y="711200"/>
                  </a:lnTo>
                  <a:lnTo>
                    <a:pt x="725424" y="749300"/>
                  </a:lnTo>
                  <a:lnTo>
                    <a:pt x="714667" y="763270"/>
                  </a:lnTo>
                  <a:lnTo>
                    <a:pt x="709015" y="770890"/>
                  </a:lnTo>
                  <a:lnTo>
                    <a:pt x="703199" y="777240"/>
                  </a:lnTo>
                  <a:lnTo>
                    <a:pt x="697217" y="784860"/>
                  </a:lnTo>
                  <a:lnTo>
                    <a:pt x="691070" y="791210"/>
                  </a:lnTo>
                  <a:lnTo>
                    <a:pt x="657999" y="821690"/>
                  </a:lnTo>
                  <a:lnTo>
                    <a:pt x="650951" y="828040"/>
                  </a:lnTo>
                  <a:lnTo>
                    <a:pt x="613727" y="853440"/>
                  </a:lnTo>
                  <a:lnTo>
                    <a:pt x="605917" y="857250"/>
                  </a:lnTo>
                  <a:lnTo>
                    <a:pt x="598004" y="862330"/>
                  </a:lnTo>
                  <a:lnTo>
                    <a:pt x="573659" y="873760"/>
                  </a:lnTo>
                  <a:lnTo>
                    <a:pt x="556958" y="881380"/>
                  </a:lnTo>
                  <a:lnTo>
                    <a:pt x="539953" y="886460"/>
                  </a:lnTo>
                  <a:lnTo>
                    <a:pt x="531342" y="890270"/>
                  </a:lnTo>
                  <a:lnTo>
                    <a:pt x="522668" y="892810"/>
                  </a:lnTo>
                  <a:lnTo>
                    <a:pt x="513930" y="894080"/>
                  </a:lnTo>
                  <a:lnTo>
                    <a:pt x="505142" y="896620"/>
                  </a:lnTo>
                  <a:lnTo>
                    <a:pt x="496303" y="897890"/>
                  </a:lnTo>
                  <a:lnTo>
                    <a:pt x="487426" y="900430"/>
                  </a:lnTo>
                  <a:lnTo>
                    <a:pt x="460578" y="904240"/>
                  </a:lnTo>
                  <a:lnTo>
                    <a:pt x="451573" y="904240"/>
                  </a:lnTo>
                  <a:lnTo>
                    <a:pt x="442556" y="905510"/>
                  </a:lnTo>
                  <a:lnTo>
                    <a:pt x="418934" y="905510"/>
                  </a:lnTo>
                  <a:lnTo>
                    <a:pt x="418934" y="824230"/>
                  </a:lnTo>
                  <a:lnTo>
                    <a:pt x="397827" y="824230"/>
                  </a:lnTo>
                  <a:lnTo>
                    <a:pt x="383806" y="821690"/>
                  </a:lnTo>
                  <a:lnTo>
                    <a:pt x="376821" y="821690"/>
                  </a:lnTo>
                  <a:lnTo>
                    <a:pt x="356057" y="817880"/>
                  </a:lnTo>
                  <a:lnTo>
                    <a:pt x="349199" y="815340"/>
                  </a:lnTo>
                  <a:lnTo>
                    <a:pt x="342392" y="814070"/>
                  </a:lnTo>
                  <a:lnTo>
                    <a:pt x="335622" y="811530"/>
                  </a:lnTo>
                  <a:lnTo>
                    <a:pt x="328904" y="810260"/>
                  </a:lnTo>
                  <a:lnTo>
                    <a:pt x="302628" y="800100"/>
                  </a:lnTo>
                  <a:lnTo>
                    <a:pt x="296227" y="796290"/>
                  </a:lnTo>
                  <a:lnTo>
                    <a:pt x="289902" y="793750"/>
                  </a:lnTo>
                  <a:lnTo>
                    <a:pt x="283641" y="789940"/>
                  </a:lnTo>
                  <a:lnTo>
                    <a:pt x="247967" y="768350"/>
                  </a:lnTo>
                  <a:lnTo>
                    <a:pt x="242366" y="763270"/>
                  </a:lnTo>
                  <a:lnTo>
                    <a:pt x="236867" y="759460"/>
                  </a:lnTo>
                  <a:lnTo>
                    <a:pt x="231482" y="754380"/>
                  </a:lnTo>
                  <a:lnTo>
                    <a:pt x="226199" y="750570"/>
                  </a:lnTo>
                  <a:lnTo>
                    <a:pt x="221043" y="745490"/>
                  </a:lnTo>
                  <a:lnTo>
                    <a:pt x="197091" y="718820"/>
                  </a:lnTo>
                  <a:lnTo>
                    <a:pt x="192684" y="713740"/>
                  </a:lnTo>
                  <a:lnTo>
                    <a:pt x="188417" y="708660"/>
                  </a:lnTo>
                  <a:lnTo>
                    <a:pt x="184289" y="702310"/>
                  </a:lnTo>
                  <a:lnTo>
                    <a:pt x="180314" y="697230"/>
                  </a:lnTo>
                  <a:lnTo>
                    <a:pt x="176466" y="690880"/>
                  </a:lnTo>
                  <a:lnTo>
                    <a:pt x="172770" y="684530"/>
                  </a:lnTo>
                  <a:lnTo>
                    <a:pt x="169227" y="678180"/>
                  </a:lnTo>
                  <a:lnTo>
                    <a:pt x="165823" y="673100"/>
                  </a:lnTo>
                  <a:lnTo>
                    <a:pt x="151168" y="640080"/>
                  </a:lnTo>
                  <a:lnTo>
                    <a:pt x="148717" y="633730"/>
                  </a:lnTo>
                  <a:lnTo>
                    <a:pt x="146431" y="627380"/>
                  </a:lnTo>
                  <a:lnTo>
                    <a:pt x="144297" y="621030"/>
                  </a:lnTo>
                  <a:lnTo>
                    <a:pt x="142341" y="613410"/>
                  </a:lnTo>
                  <a:lnTo>
                    <a:pt x="140538" y="607060"/>
                  </a:lnTo>
                  <a:lnTo>
                    <a:pt x="138912" y="600710"/>
                  </a:lnTo>
                  <a:lnTo>
                    <a:pt x="137452" y="593090"/>
                  </a:lnTo>
                  <a:lnTo>
                    <a:pt x="136169" y="586740"/>
                  </a:lnTo>
                  <a:lnTo>
                    <a:pt x="132080" y="546100"/>
                  </a:lnTo>
                  <a:lnTo>
                    <a:pt x="132016" y="530860"/>
                  </a:lnTo>
                  <a:lnTo>
                    <a:pt x="132080" y="528320"/>
                  </a:lnTo>
                  <a:lnTo>
                    <a:pt x="136169" y="487680"/>
                  </a:lnTo>
                  <a:lnTo>
                    <a:pt x="137464" y="481330"/>
                  </a:lnTo>
                  <a:lnTo>
                    <a:pt x="138912" y="473710"/>
                  </a:lnTo>
                  <a:lnTo>
                    <a:pt x="140538" y="467360"/>
                  </a:lnTo>
                  <a:lnTo>
                    <a:pt x="142341" y="461010"/>
                  </a:lnTo>
                  <a:lnTo>
                    <a:pt x="144297" y="453390"/>
                  </a:lnTo>
                  <a:lnTo>
                    <a:pt x="146431" y="447040"/>
                  </a:lnTo>
                  <a:lnTo>
                    <a:pt x="148717" y="440690"/>
                  </a:lnTo>
                  <a:lnTo>
                    <a:pt x="151168" y="434340"/>
                  </a:lnTo>
                  <a:lnTo>
                    <a:pt x="153784" y="426720"/>
                  </a:lnTo>
                  <a:lnTo>
                    <a:pt x="169227" y="396240"/>
                  </a:lnTo>
                  <a:lnTo>
                    <a:pt x="172770" y="389890"/>
                  </a:lnTo>
                  <a:lnTo>
                    <a:pt x="176466" y="383540"/>
                  </a:lnTo>
                  <a:lnTo>
                    <a:pt x="180314" y="377190"/>
                  </a:lnTo>
                  <a:lnTo>
                    <a:pt x="184302" y="372110"/>
                  </a:lnTo>
                  <a:lnTo>
                    <a:pt x="188417" y="365760"/>
                  </a:lnTo>
                  <a:lnTo>
                    <a:pt x="192684" y="360680"/>
                  </a:lnTo>
                  <a:lnTo>
                    <a:pt x="197091" y="355600"/>
                  </a:lnTo>
                  <a:lnTo>
                    <a:pt x="201625" y="349250"/>
                  </a:lnTo>
                  <a:lnTo>
                    <a:pt x="231482" y="320040"/>
                  </a:lnTo>
                  <a:lnTo>
                    <a:pt x="236867" y="314960"/>
                  </a:lnTo>
                  <a:lnTo>
                    <a:pt x="242366" y="311150"/>
                  </a:lnTo>
                  <a:lnTo>
                    <a:pt x="247980" y="306070"/>
                  </a:lnTo>
                  <a:lnTo>
                    <a:pt x="253682" y="302260"/>
                  </a:lnTo>
                  <a:lnTo>
                    <a:pt x="259486" y="298450"/>
                  </a:lnTo>
                  <a:lnTo>
                    <a:pt x="265391" y="294640"/>
                  </a:lnTo>
                  <a:lnTo>
                    <a:pt x="277482" y="287020"/>
                  </a:lnTo>
                  <a:lnTo>
                    <a:pt x="283654" y="284480"/>
                  </a:lnTo>
                  <a:lnTo>
                    <a:pt x="289902" y="280670"/>
                  </a:lnTo>
                  <a:lnTo>
                    <a:pt x="296227" y="278130"/>
                  </a:lnTo>
                  <a:lnTo>
                    <a:pt x="302628" y="274320"/>
                  </a:lnTo>
                  <a:lnTo>
                    <a:pt x="328917" y="264160"/>
                  </a:lnTo>
                  <a:lnTo>
                    <a:pt x="335622" y="262890"/>
                  </a:lnTo>
                  <a:lnTo>
                    <a:pt x="342392" y="260350"/>
                  </a:lnTo>
                  <a:lnTo>
                    <a:pt x="349199" y="259080"/>
                  </a:lnTo>
                  <a:lnTo>
                    <a:pt x="356057" y="256540"/>
                  </a:lnTo>
                  <a:lnTo>
                    <a:pt x="376821" y="252730"/>
                  </a:lnTo>
                  <a:lnTo>
                    <a:pt x="383806" y="252730"/>
                  </a:lnTo>
                  <a:lnTo>
                    <a:pt x="397827" y="250190"/>
                  </a:lnTo>
                  <a:lnTo>
                    <a:pt x="418934" y="250190"/>
                  </a:lnTo>
                  <a:lnTo>
                    <a:pt x="418934" y="168910"/>
                  </a:lnTo>
                  <a:lnTo>
                    <a:pt x="442556" y="168910"/>
                  </a:lnTo>
                  <a:lnTo>
                    <a:pt x="451573" y="170180"/>
                  </a:lnTo>
                  <a:lnTo>
                    <a:pt x="460578" y="170180"/>
                  </a:lnTo>
                  <a:lnTo>
                    <a:pt x="496303" y="175260"/>
                  </a:lnTo>
                  <a:lnTo>
                    <a:pt x="513930" y="180340"/>
                  </a:lnTo>
                  <a:lnTo>
                    <a:pt x="522668" y="181610"/>
                  </a:lnTo>
                  <a:lnTo>
                    <a:pt x="531342" y="184150"/>
                  </a:lnTo>
                  <a:lnTo>
                    <a:pt x="539953" y="187960"/>
                  </a:lnTo>
                  <a:lnTo>
                    <a:pt x="556958" y="193040"/>
                  </a:lnTo>
                  <a:lnTo>
                    <a:pt x="581863" y="204470"/>
                  </a:lnTo>
                  <a:lnTo>
                    <a:pt x="598004" y="212090"/>
                  </a:lnTo>
                  <a:lnTo>
                    <a:pt x="605917" y="217170"/>
                  </a:lnTo>
                  <a:lnTo>
                    <a:pt x="613727" y="220980"/>
                  </a:lnTo>
                  <a:lnTo>
                    <a:pt x="650951" y="246380"/>
                  </a:lnTo>
                  <a:lnTo>
                    <a:pt x="657999" y="252730"/>
                  </a:lnTo>
                  <a:lnTo>
                    <a:pt x="664908" y="257810"/>
                  </a:lnTo>
                  <a:lnTo>
                    <a:pt x="697217" y="289560"/>
                  </a:lnTo>
                  <a:lnTo>
                    <a:pt x="703199" y="297180"/>
                  </a:lnTo>
                  <a:lnTo>
                    <a:pt x="709015" y="303530"/>
                  </a:lnTo>
                  <a:lnTo>
                    <a:pt x="714667" y="311150"/>
                  </a:lnTo>
                  <a:lnTo>
                    <a:pt x="720140" y="317500"/>
                  </a:lnTo>
                  <a:lnTo>
                    <a:pt x="725424" y="325120"/>
                  </a:lnTo>
                  <a:lnTo>
                    <a:pt x="749109" y="363220"/>
                  </a:lnTo>
                  <a:lnTo>
                    <a:pt x="753275" y="372110"/>
                  </a:lnTo>
                  <a:lnTo>
                    <a:pt x="757224" y="379730"/>
                  </a:lnTo>
                  <a:lnTo>
                    <a:pt x="760996" y="387350"/>
                  </a:lnTo>
                  <a:lnTo>
                    <a:pt x="764552" y="396240"/>
                  </a:lnTo>
                  <a:lnTo>
                    <a:pt x="767905" y="405130"/>
                  </a:lnTo>
                  <a:lnTo>
                    <a:pt x="771055" y="412750"/>
                  </a:lnTo>
                  <a:lnTo>
                    <a:pt x="773988" y="421640"/>
                  </a:lnTo>
                  <a:lnTo>
                    <a:pt x="776719" y="430530"/>
                  </a:lnTo>
                  <a:lnTo>
                    <a:pt x="779233" y="439420"/>
                  </a:lnTo>
                  <a:lnTo>
                    <a:pt x="781545" y="447040"/>
                  </a:lnTo>
                  <a:lnTo>
                    <a:pt x="789800" y="491490"/>
                  </a:lnTo>
                  <a:lnTo>
                    <a:pt x="792454" y="528320"/>
                  </a:lnTo>
                  <a:lnTo>
                    <a:pt x="792454" y="146177"/>
                  </a:lnTo>
                  <a:lnTo>
                    <a:pt x="734415" y="97790"/>
                  </a:lnTo>
                  <a:lnTo>
                    <a:pt x="695731" y="72390"/>
                  </a:lnTo>
                  <a:lnTo>
                    <a:pt x="654862" y="50800"/>
                  </a:lnTo>
                  <a:lnTo>
                    <a:pt x="612013" y="33020"/>
                  </a:lnTo>
                  <a:lnTo>
                    <a:pt x="567359" y="19050"/>
                  </a:lnTo>
                  <a:lnTo>
                    <a:pt x="521093" y="7620"/>
                  </a:lnTo>
                  <a:lnTo>
                    <a:pt x="473405" y="1270"/>
                  </a:lnTo>
                  <a:lnTo>
                    <a:pt x="424497" y="0"/>
                  </a:lnTo>
                  <a:lnTo>
                    <a:pt x="375208" y="1270"/>
                  </a:lnTo>
                  <a:lnTo>
                    <a:pt x="326936" y="7620"/>
                  </a:lnTo>
                  <a:lnTo>
                    <a:pt x="279679" y="19050"/>
                  </a:lnTo>
                  <a:lnTo>
                    <a:pt x="233438" y="34290"/>
                  </a:lnTo>
                  <a:lnTo>
                    <a:pt x="188214" y="54610"/>
                  </a:lnTo>
                  <a:lnTo>
                    <a:pt x="188214" y="186690"/>
                  </a:lnTo>
                  <a:lnTo>
                    <a:pt x="177533" y="194310"/>
                  </a:lnTo>
                  <a:lnTo>
                    <a:pt x="167068" y="201930"/>
                  </a:lnTo>
                  <a:lnTo>
                    <a:pt x="156857" y="209550"/>
                  </a:lnTo>
                  <a:lnTo>
                    <a:pt x="151841" y="214630"/>
                  </a:lnTo>
                  <a:lnTo>
                    <a:pt x="146900" y="218440"/>
                  </a:lnTo>
                  <a:lnTo>
                    <a:pt x="142011" y="222250"/>
                  </a:lnTo>
                  <a:lnTo>
                    <a:pt x="137185" y="227330"/>
                  </a:lnTo>
                  <a:lnTo>
                    <a:pt x="132435" y="231140"/>
                  </a:lnTo>
                  <a:lnTo>
                    <a:pt x="127749" y="236220"/>
                  </a:lnTo>
                  <a:lnTo>
                    <a:pt x="123139" y="240030"/>
                  </a:lnTo>
                  <a:lnTo>
                    <a:pt x="118592" y="245110"/>
                  </a:lnTo>
                  <a:lnTo>
                    <a:pt x="92862" y="274320"/>
                  </a:lnTo>
                  <a:lnTo>
                    <a:pt x="69926" y="304800"/>
                  </a:lnTo>
                  <a:lnTo>
                    <a:pt x="66395" y="311150"/>
                  </a:lnTo>
                  <a:lnTo>
                    <a:pt x="62941" y="316230"/>
                  </a:lnTo>
                  <a:lnTo>
                    <a:pt x="59575" y="321310"/>
                  </a:lnTo>
                  <a:lnTo>
                    <a:pt x="56286" y="327660"/>
                  </a:lnTo>
                  <a:lnTo>
                    <a:pt x="53098" y="332740"/>
                  </a:lnTo>
                  <a:lnTo>
                    <a:pt x="49987" y="337820"/>
                  </a:lnTo>
                  <a:lnTo>
                    <a:pt x="46964" y="344170"/>
                  </a:lnTo>
                  <a:lnTo>
                    <a:pt x="44030" y="349250"/>
                  </a:lnTo>
                  <a:lnTo>
                    <a:pt x="41186" y="355600"/>
                  </a:lnTo>
                  <a:lnTo>
                    <a:pt x="38430" y="361950"/>
                  </a:lnTo>
                  <a:lnTo>
                    <a:pt x="35775" y="367030"/>
                  </a:lnTo>
                  <a:lnTo>
                    <a:pt x="33197" y="373380"/>
                  </a:lnTo>
                  <a:lnTo>
                    <a:pt x="30721" y="379730"/>
                  </a:lnTo>
                  <a:lnTo>
                    <a:pt x="28333" y="384810"/>
                  </a:lnTo>
                  <a:lnTo>
                    <a:pt x="17805" y="416560"/>
                  </a:lnTo>
                  <a:lnTo>
                    <a:pt x="15989" y="421640"/>
                  </a:lnTo>
                  <a:lnTo>
                    <a:pt x="7086" y="459740"/>
                  </a:lnTo>
                  <a:lnTo>
                    <a:pt x="1714" y="497840"/>
                  </a:lnTo>
                  <a:lnTo>
                    <a:pt x="0" y="529590"/>
                  </a:lnTo>
                  <a:lnTo>
                    <a:pt x="127" y="549910"/>
                  </a:lnTo>
                  <a:lnTo>
                    <a:pt x="3111" y="589280"/>
                  </a:lnTo>
                  <a:lnTo>
                    <a:pt x="9664" y="627380"/>
                  </a:lnTo>
                  <a:lnTo>
                    <a:pt x="17805" y="657860"/>
                  </a:lnTo>
                  <a:lnTo>
                    <a:pt x="19723" y="664210"/>
                  </a:lnTo>
                  <a:lnTo>
                    <a:pt x="30721" y="694690"/>
                  </a:lnTo>
                  <a:lnTo>
                    <a:pt x="33197" y="701040"/>
                  </a:lnTo>
                  <a:lnTo>
                    <a:pt x="35775" y="707390"/>
                  </a:lnTo>
                  <a:lnTo>
                    <a:pt x="38430" y="712470"/>
                  </a:lnTo>
                  <a:lnTo>
                    <a:pt x="41186" y="718820"/>
                  </a:lnTo>
                  <a:lnTo>
                    <a:pt x="44030" y="723900"/>
                  </a:lnTo>
                  <a:lnTo>
                    <a:pt x="46964" y="730250"/>
                  </a:lnTo>
                  <a:lnTo>
                    <a:pt x="49987" y="736600"/>
                  </a:lnTo>
                  <a:lnTo>
                    <a:pt x="53098" y="741680"/>
                  </a:lnTo>
                  <a:lnTo>
                    <a:pt x="56286" y="746760"/>
                  </a:lnTo>
                  <a:lnTo>
                    <a:pt x="59575" y="753110"/>
                  </a:lnTo>
                  <a:lnTo>
                    <a:pt x="62941" y="758190"/>
                  </a:lnTo>
                  <a:lnTo>
                    <a:pt x="66395" y="763270"/>
                  </a:lnTo>
                  <a:lnTo>
                    <a:pt x="69926" y="769620"/>
                  </a:lnTo>
                  <a:lnTo>
                    <a:pt x="92862" y="800100"/>
                  </a:lnTo>
                  <a:lnTo>
                    <a:pt x="118592" y="829310"/>
                  </a:lnTo>
                  <a:lnTo>
                    <a:pt x="123139" y="834390"/>
                  </a:lnTo>
                  <a:lnTo>
                    <a:pt x="127749" y="838200"/>
                  </a:lnTo>
                  <a:lnTo>
                    <a:pt x="132435" y="843280"/>
                  </a:lnTo>
                  <a:lnTo>
                    <a:pt x="137185" y="847090"/>
                  </a:lnTo>
                  <a:lnTo>
                    <a:pt x="142011" y="852170"/>
                  </a:lnTo>
                  <a:lnTo>
                    <a:pt x="146900" y="855980"/>
                  </a:lnTo>
                  <a:lnTo>
                    <a:pt x="151841" y="859790"/>
                  </a:lnTo>
                  <a:lnTo>
                    <a:pt x="156857" y="864870"/>
                  </a:lnTo>
                  <a:lnTo>
                    <a:pt x="167068" y="872490"/>
                  </a:lnTo>
                  <a:lnTo>
                    <a:pt x="177533" y="880110"/>
                  </a:lnTo>
                  <a:lnTo>
                    <a:pt x="188214" y="887730"/>
                  </a:lnTo>
                  <a:lnTo>
                    <a:pt x="188214" y="1019810"/>
                  </a:lnTo>
                  <a:lnTo>
                    <a:pt x="233438" y="1040130"/>
                  </a:lnTo>
                  <a:lnTo>
                    <a:pt x="279679" y="1055370"/>
                  </a:lnTo>
                  <a:lnTo>
                    <a:pt x="326936" y="1066800"/>
                  </a:lnTo>
                  <a:lnTo>
                    <a:pt x="375208" y="1073150"/>
                  </a:lnTo>
                  <a:lnTo>
                    <a:pt x="424497" y="1074420"/>
                  </a:lnTo>
                  <a:lnTo>
                    <a:pt x="473405" y="1073150"/>
                  </a:lnTo>
                  <a:lnTo>
                    <a:pt x="521093" y="1066800"/>
                  </a:lnTo>
                  <a:lnTo>
                    <a:pt x="567359" y="1055370"/>
                  </a:lnTo>
                  <a:lnTo>
                    <a:pt x="612013" y="1041400"/>
                  </a:lnTo>
                  <a:lnTo>
                    <a:pt x="654862" y="1023620"/>
                  </a:lnTo>
                  <a:lnTo>
                    <a:pt x="695731" y="1002030"/>
                  </a:lnTo>
                  <a:lnTo>
                    <a:pt x="734415" y="976630"/>
                  </a:lnTo>
                  <a:lnTo>
                    <a:pt x="770724" y="948690"/>
                  </a:lnTo>
                  <a:lnTo>
                    <a:pt x="804481" y="916940"/>
                  </a:lnTo>
                  <a:lnTo>
                    <a:pt x="835494" y="883920"/>
                  </a:lnTo>
                  <a:lnTo>
                    <a:pt x="863574" y="847090"/>
                  </a:lnTo>
                  <a:lnTo>
                    <a:pt x="888517" y="808990"/>
                  </a:lnTo>
                  <a:lnTo>
                    <a:pt x="910145" y="768350"/>
                  </a:lnTo>
                  <a:lnTo>
                    <a:pt x="928268" y="725170"/>
                  </a:lnTo>
                  <a:lnTo>
                    <a:pt x="942682" y="680720"/>
                  </a:lnTo>
                  <a:lnTo>
                    <a:pt x="953223" y="633730"/>
                  </a:lnTo>
                  <a:lnTo>
                    <a:pt x="959688" y="586740"/>
                  </a:lnTo>
                  <a:lnTo>
                    <a:pt x="961885" y="537210"/>
                  </a:lnTo>
                  <a:close/>
                </a:path>
              </a:pathLst>
            </a:custGeom>
            <a:solidFill>
              <a:srgbClr val="003873"/>
            </a:solidFill>
          </p:spPr>
          <p:txBody>
            <a:bodyPr wrap="square" lIns="0" tIns="0" rIns="0" bIns="0" rtlCol="0"/>
            <a:lstStyle/>
            <a:p>
              <a:endParaRPr dirty="0"/>
            </a:p>
          </p:txBody>
        </p:sp>
        <p:sp>
          <p:nvSpPr>
            <p:cNvPr id="9" name="object 9"/>
            <p:cNvSpPr/>
            <p:nvPr/>
          </p:nvSpPr>
          <p:spPr>
            <a:xfrm>
              <a:off x="13540994" y="8227588"/>
              <a:ext cx="2210435" cy="2059939"/>
            </a:xfrm>
            <a:custGeom>
              <a:avLst/>
              <a:gdLst/>
              <a:ahLst/>
              <a:cxnLst/>
              <a:rect l="l" t="t" r="r" b="b"/>
              <a:pathLst>
                <a:path w="2210434" h="2059940">
                  <a:moveTo>
                    <a:pt x="2210149" y="2059411"/>
                  </a:moveTo>
                  <a:lnTo>
                    <a:pt x="747566" y="2059411"/>
                  </a:lnTo>
                  <a:lnTo>
                    <a:pt x="8675" y="186049"/>
                  </a:lnTo>
                  <a:lnTo>
                    <a:pt x="327" y="153837"/>
                  </a:lnTo>
                  <a:lnTo>
                    <a:pt x="0" y="121039"/>
                  </a:lnTo>
                  <a:lnTo>
                    <a:pt x="7530" y="89116"/>
                  </a:lnTo>
                  <a:lnTo>
                    <a:pt x="44703" y="34512"/>
                  </a:lnTo>
                  <a:lnTo>
                    <a:pt x="102267" y="4063"/>
                  </a:lnTo>
                  <a:lnTo>
                    <a:pt x="135288" y="0"/>
                  </a:lnTo>
                  <a:lnTo>
                    <a:pt x="1197853" y="0"/>
                  </a:lnTo>
                  <a:lnTo>
                    <a:pt x="1248678" y="4414"/>
                  </a:lnTo>
                  <a:lnTo>
                    <a:pt x="1297092" y="17247"/>
                  </a:lnTo>
                  <a:lnTo>
                    <a:pt x="1342189" y="37880"/>
                  </a:lnTo>
                  <a:lnTo>
                    <a:pt x="1383061" y="65694"/>
                  </a:lnTo>
                  <a:lnTo>
                    <a:pt x="1418801" y="100072"/>
                  </a:lnTo>
                  <a:lnTo>
                    <a:pt x="1448502" y="140397"/>
                  </a:lnTo>
                  <a:lnTo>
                    <a:pt x="1471258" y="186049"/>
                  </a:lnTo>
                  <a:lnTo>
                    <a:pt x="2210149" y="2059411"/>
                  </a:lnTo>
                  <a:close/>
                </a:path>
              </a:pathLst>
            </a:custGeom>
            <a:solidFill>
              <a:srgbClr val="BAEF4B"/>
            </a:solidFill>
          </p:spPr>
          <p:txBody>
            <a:bodyPr wrap="square" lIns="0" tIns="0" rIns="0" bIns="0" rtlCol="0"/>
            <a:lstStyle/>
            <a:p>
              <a:endParaRPr/>
            </a:p>
          </p:txBody>
        </p:sp>
        <p:sp>
          <p:nvSpPr>
            <p:cNvPr id="10" name="object 10"/>
            <p:cNvSpPr/>
            <p:nvPr/>
          </p:nvSpPr>
          <p:spPr>
            <a:xfrm>
              <a:off x="10788056" y="1158192"/>
              <a:ext cx="2506345" cy="2973705"/>
            </a:xfrm>
            <a:custGeom>
              <a:avLst/>
              <a:gdLst/>
              <a:ahLst/>
              <a:cxnLst/>
              <a:rect l="l" t="t" r="r" b="b"/>
              <a:pathLst>
                <a:path w="2506344" h="2973704">
                  <a:moveTo>
                    <a:pt x="2370549" y="2973240"/>
                  </a:moveTo>
                  <a:lnTo>
                    <a:pt x="1307998" y="2973240"/>
                  </a:lnTo>
                  <a:lnTo>
                    <a:pt x="1257172" y="2968825"/>
                  </a:lnTo>
                  <a:lnTo>
                    <a:pt x="1208755" y="2955992"/>
                  </a:lnTo>
                  <a:lnTo>
                    <a:pt x="1163656" y="2935358"/>
                  </a:lnTo>
                  <a:lnTo>
                    <a:pt x="1122782" y="2907541"/>
                  </a:lnTo>
                  <a:lnTo>
                    <a:pt x="1087039" y="2873158"/>
                  </a:lnTo>
                  <a:lnTo>
                    <a:pt x="1057336" y="2832827"/>
                  </a:lnTo>
                  <a:lnTo>
                    <a:pt x="1034580" y="2787166"/>
                  </a:lnTo>
                  <a:lnTo>
                    <a:pt x="8657" y="186074"/>
                  </a:lnTo>
                  <a:lnTo>
                    <a:pt x="0" y="121057"/>
                  </a:lnTo>
                  <a:lnTo>
                    <a:pt x="7531" y="89129"/>
                  </a:lnTo>
                  <a:lnTo>
                    <a:pt x="44694" y="34522"/>
                  </a:lnTo>
                  <a:lnTo>
                    <a:pt x="102263" y="4065"/>
                  </a:lnTo>
                  <a:lnTo>
                    <a:pt x="135290" y="0"/>
                  </a:lnTo>
                  <a:lnTo>
                    <a:pt x="1197843" y="0"/>
                  </a:lnTo>
                  <a:lnTo>
                    <a:pt x="1248669" y="4414"/>
                  </a:lnTo>
                  <a:lnTo>
                    <a:pt x="1297085" y="17248"/>
                  </a:lnTo>
                  <a:lnTo>
                    <a:pt x="1342184" y="37882"/>
                  </a:lnTo>
                  <a:lnTo>
                    <a:pt x="1383058" y="65699"/>
                  </a:lnTo>
                  <a:lnTo>
                    <a:pt x="1418800" y="100082"/>
                  </a:lnTo>
                  <a:lnTo>
                    <a:pt x="1448503" y="140412"/>
                  </a:lnTo>
                  <a:lnTo>
                    <a:pt x="1471258" y="186074"/>
                  </a:lnTo>
                  <a:lnTo>
                    <a:pt x="2497184" y="2787166"/>
                  </a:lnTo>
                  <a:lnTo>
                    <a:pt x="2505841" y="2852183"/>
                  </a:lnTo>
                  <a:lnTo>
                    <a:pt x="2498309" y="2884110"/>
                  </a:lnTo>
                  <a:lnTo>
                    <a:pt x="2461146" y="2938717"/>
                  </a:lnTo>
                  <a:lnTo>
                    <a:pt x="2403576" y="2969175"/>
                  </a:lnTo>
                  <a:lnTo>
                    <a:pt x="2370549" y="2973240"/>
                  </a:lnTo>
                  <a:close/>
                </a:path>
              </a:pathLst>
            </a:custGeom>
            <a:solidFill>
              <a:srgbClr val="BAEF4B">
                <a:alpha val="88629"/>
              </a:srgbClr>
            </a:solidFill>
          </p:spPr>
          <p:txBody>
            <a:bodyPr wrap="square" lIns="0" tIns="0" rIns="0" bIns="0" rtlCol="0"/>
            <a:lstStyle/>
            <a:p>
              <a:endParaRPr/>
            </a:p>
          </p:txBody>
        </p:sp>
      </p:grpSp>
      <p:sp>
        <p:nvSpPr>
          <p:cNvPr id="12" name="object 12"/>
          <p:cNvSpPr txBox="1"/>
          <p:nvPr/>
        </p:nvSpPr>
        <p:spPr>
          <a:xfrm>
            <a:off x="21031200" y="3467100"/>
            <a:ext cx="1624965" cy="340995"/>
          </a:xfrm>
          <a:prstGeom prst="rect">
            <a:avLst/>
          </a:prstGeom>
        </p:spPr>
        <p:txBody>
          <a:bodyPr vert="horz" wrap="square" lIns="0" tIns="14604" rIns="0" bIns="0" rtlCol="0">
            <a:spAutoFit/>
          </a:bodyPr>
          <a:lstStyle/>
          <a:p>
            <a:pPr marL="12700">
              <a:lnSpc>
                <a:spcPct val="100000"/>
              </a:lnSpc>
              <a:spcBef>
                <a:spcPts val="114"/>
              </a:spcBef>
            </a:pPr>
            <a:r>
              <a:rPr sz="2050" spc="-105" dirty="0">
                <a:latin typeface="Arial Black"/>
                <a:cs typeface="Arial Black"/>
              </a:rPr>
              <a:t>.</a:t>
            </a:r>
            <a:endParaRPr sz="2050" dirty="0">
              <a:latin typeface="Arial Black"/>
              <a:cs typeface="Arial Black"/>
            </a:endParaRPr>
          </a:p>
        </p:txBody>
      </p:sp>
      <p:sp>
        <p:nvSpPr>
          <p:cNvPr id="13" name="object 13"/>
          <p:cNvSpPr/>
          <p:nvPr/>
        </p:nvSpPr>
        <p:spPr>
          <a:xfrm>
            <a:off x="11409583" y="2"/>
            <a:ext cx="5447665" cy="514350"/>
          </a:xfrm>
          <a:custGeom>
            <a:avLst/>
            <a:gdLst/>
            <a:ahLst/>
            <a:cxnLst/>
            <a:rect l="l" t="t" r="r" b="b"/>
            <a:pathLst>
              <a:path w="5447665" h="514350">
                <a:moveTo>
                  <a:pt x="5311988" y="513871"/>
                </a:moveTo>
                <a:lnTo>
                  <a:pt x="402697" y="513871"/>
                </a:lnTo>
                <a:lnTo>
                  <a:pt x="351871" y="509456"/>
                </a:lnTo>
                <a:lnTo>
                  <a:pt x="303456" y="496622"/>
                </a:lnTo>
                <a:lnTo>
                  <a:pt x="258360" y="475988"/>
                </a:lnTo>
                <a:lnTo>
                  <a:pt x="217488" y="448170"/>
                </a:lnTo>
                <a:lnTo>
                  <a:pt x="181748" y="413787"/>
                </a:lnTo>
                <a:lnTo>
                  <a:pt x="152047" y="373455"/>
                </a:lnTo>
                <a:lnTo>
                  <a:pt x="129291" y="327794"/>
                </a:lnTo>
                <a:lnTo>
                  <a:pt x="0" y="0"/>
                </a:lnTo>
                <a:lnTo>
                  <a:pt x="5309345" y="0"/>
                </a:lnTo>
                <a:lnTo>
                  <a:pt x="5438633" y="327794"/>
                </a:lnTo>
                <a:lnTo>
                  <a:pt x="5446977" y="360009"/>
                </a:lnTo>
                <a:lnTo>
                  <a:pt x="5447297" y="392812"/>
                </a:lnTo>
                <a:lnTo>
                  <a:pt x="5439764" y="424741"/>
                </a:lnTo>
                <a:lnTo>
                  <a:pt x="5402604" y="479348"/>
                </a:lnTo>
                <a:lnTo>
                  <a:pt x="5345028" y="509806"/>
                </a:lnTo>
                <a:lnTo>
                  <a:pt x="5311988" y="513871"/>
                </a:lnTo>
                <a:close/>
              </a:path>
            </a:pathLst>
          </a:custGeom>
          <a:solidFill>
            <a:srgbClr val="003873"/>
          </a:solidFill>
        </p:spPr>
        <p:txBody>
          <a:bodyPr wrap="square" lIns="0" tIns="0" rIns="0" bIns="0" rtlCol="0"/>
          <a:lstStyle/>
          <a:p>
            <a:endParaRPr/>
          </a:p>
        </p:txBody>
      </p:sp>
      <p:sp>
        <p:nvSpPr>
          <p:cNvPr id="14" name="object 14"/>
          <p:cNvSpPr/>
          <p:nvPr/>
        </p:nvSpPr>
        <p:spPr>
          <a:xfrm>
            <a:off x="17820927" y="2"/>
            <a:ext cx="354965" cy="1020444"/>
          </a:xfrm>
          <a:custGeom>
            <a:avLst/>
            <a:gdLst/>
            <a:ahLst/>
            <a:cxnLst/>
            <a:rect l="l" t="t" r="r" b="b"/>
            <a:pathLst>
              <a:path w="354965" h="1020444">
                <a:moveTo>
                  <a:pt x="296446" y="1019892"/>
                </a:moveTo>
                <a:lnTo>
                  <a:pt x="318266" y="1004712"/>
                </a:lnTo>
                <a:lnTo>
                  <a:pt x="336041" y="984427"/>
                </a:lnTo>
                <a:lnTo>
                  <a:pt x="348371" y="960429"/>
                </a:lnTo>
                <a:lnTo>
                  <a:pt x="354473" y="934538"/>
                </a:lnTo>
                <a:lnTo>
                  <a:pt x="354214" y="907938"/>
                </a:lnTo>
                <a:lnTo>
                  <a:pt x="347460" y="881814"/>
                </a:lnTo>
                <a:lnTo>
                  <a:pt x="0" y="0"/>
                </a:lnTo>
              </a:path>
            </a:pathLst>
          </a:custGeom>
          <a:ln w="171601">
            <a:solidFill>
              <a:srgbClr val="BAEF4B"/>
            </a:solidFill>
          </a:ln>
        </p:spPr>
        <p:txBody>
          <a:bodyPr wrap="square" lIns="0" tIns="0" rIns="0" bIns="0" rtlCol="0"/>
          <a:lstStyle/>
          <a:p>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430</TotalTime>
  <Words>2064</Words>
  <Application>Microsoft Office PowerPoint</Application>
  <PresentationFormat>Custom</PresentationFormat>
  <Paragraphs>150</Paragraphs>
  <Slides>24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Abadi</vt:lpstr>
      <vt:lpstr>Algerian</vt:lpstr>
      <vt:lpstr>Arial</vt:lpstr>
      <vt:lpstr>Arial Black</vt:lpstr>
      <vt:lpstr>Calibri</vt:lpstr>
      <vt:lpstr>Segoe UI Symbol</vt:lpstr>
      <vt:lpstr>Times New Roman</vt:lpstr>
      <vt:lpstr>Office Theme</vt:lpstr>
      <vt:lpstr>A study on                                    role of technology in development  of country economy</vt:lpstr>
      <vt:lpstr>Index</vt:lpstr>
      <vt:lpstr>PowerPoint Presentation</vt:lpstr>
      <vt:lpstr>PowerPoint Presentation</vt:lpstr>
      <vt:lpstr>PowerPoint Presentation</vt:lpstr>
      <vt:lpstr>PowerPoint Presentation</vt:lpstr>
      <vt:lpstr>0bjectives</vt:lpstr>
      <vt:lpstr>Research methodology</vt:lpstr>
      <vt:lpstr>Sample size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Suggestion</vt:lpstr>
      <vt:lpstr>References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Navy And Green Modern Forms Of Economic System Presentation </dc:title>
  <dc:creator>Jaswantbafna</dc:creator>
  <cp:keywords>DAFf4yio0fU,BABt_6o9z_M</cp:keywords>
  <cp:lastModifiedBy>Rushikesh Badgujar</cp:lastModifiedBy>
  <cp:revision>2</cp:revision>
  <dcterms:created xsi:type="dcterms:W3CDTF">2023-04-12T11:53:32Z</dcterms:created>
  <dcterms:modified xsi:type="dcterms:W3CDTF">2023-04-19T09:40:26Z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2023-04-12T00:00:00Z</vt:filetime>
  </property>
  <property fmtid="{D5CDD505-2E9C-101B-9397-08002B2CF9AE}" pid="3" name="Creator">
    <vt:lpwstr>Canva</vt:lpwstr>
  </property>
  <property fmtid="{D5CDD505-2E9C-101B-9397-08002B2CF9AE}" pid="4" name="LastSaved">
    <vt:filetime>2023-04-12T00:00:00Z</vt:filetime>
  </property>
</Properties>
</file>